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9" r:id="rId2"/>
    <p:sldId id="265" r:id="rId3"/>
    <p:sldId id="260" r:id="rId4"/>
    <p:sldId id="261" r:id="rId5"/>
    <p:sldId id="262"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F5CA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5721"/>
  </p:normalViewPr>
  <p:slideViewPr>
    <p:cSldViewPr snapToGrid="0">
      <p:cViewPr varScale="1">
        <p:scale>
          <a:sx n="109" d="100"/>
          <a:sy n="109" d="100"/>
        </p:scale>
        <p:origin x="6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56DF1D-EC88-0041-800D-151F5249E516}" type="datetimeFigureOut">
              <a:rPr lang="en-US" smtClean="0"/>
              <a:t>3/8/26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B4E6D-60CB-2F48-87CD-486255C5EA89}" type="slidenum">
              <a:rPr lang="en-US" smtClean="0"/>
              <a:t>‹#›</a:t>
            </a:fld>
            <a:endParaRPr lang="en-US"/>
          </a:p>
        </p:txBody>
      </p:sp>
    </p:spTree>
    <p:extLst>
      <p:ext uri="{BB962C8B-B14F-4D97-AF65-F5344CB8AC3E}">
        <p14:creationId xmlns:p14="http://schemas.microsoft.com/office/powerpoint/2010/main" val="3347705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emf"/><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emf"/><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Blu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2A61CD0-B138-1043-27D1-632003B59B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sp>
        <p:nvSpPr>
          <p:cNvPr id="7" name="Rectangle 6">
            <a:extLst>
              <a:ext uri="{FF2B5EF4-FFF2-40B4-BE49-F238E27FC236}">
                <a16:creationId xmlns:a16="http://schemas.microsoft.com/office/drawing/2014/main" id="{89ADAE2A-CB2A-E72F-9C7D-D8D7F626C077}"/>
              </a:ext>
            </a:extLst>
          </p:cNvPr>
          <p:cNvSpPr/>
          <p:nvPr/>
        </p:nvSpPr>
        <p:spPr>
          <a:xfrm>
            <a:off x="0" y="0"/>
            <a:ext cx="89789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90D4913-F329-4D65-645B-D2932962997E}"/>
              </a:ext>
            </a:extLst>
          </p:cNvPr>
          <p:cNvSpPr>
            <a:spLocks noGrp="1"/>
          </p:cNvSpPr>
          <p:nvPr>
            <p:ph type="ctrTitle"/>
          </p:nvPr>
        </p:nvSpPr>
        <p:spPr>
          <a:xfrm>
            <a:off x="685800" y="1357313"/>
            <a:ext cx="5778499" cy="2387600"/>
          </a:xfrm>
        </p:spPr>
        <p:txBody>
          <a:bodyPr lIns="0" anchor="b">
            <a:normAutofit/>
          </a:bodyPr>
          <a:lstStyle>
            <a:lvl1pPr algn="l">
              <a:defRPr sz="4000"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E195E623-2193-8E27-78A2-0971D65529E7}"/>
              </a:ext>
            </a:extLst>
          </p:cNvPr>
          <p:cNvSpPr>
            <a:spLocks noGrp="1"/>
          </p:cNvSpPr>
          <p:nvPr>
            <p:ph type="subTitle" idx="1"/>
          </p:nvPr>
        </p:nvSpPr>
        <p:spPr>
          <a:xfrm>
            <a:off x="685799" y="3946525"/>
            <a:ext cx="5778499" cy="1982787"/>
          </a:xfrm>
        </p:spPr>
        <p:txBody>
          <a:bodyPr lIns="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16" name="Group 15">
            <a:extLst>
              <a:ext uri="{FF2B5EF4-FFF2-40B4-BE49-F238E27FC236}">
                <a16:creationId xmlns:a16="http://schemas.microsoft.com/office/drawing/2014/main" id="{22A554BD-8CA8-4205-DCC4-56988352E882}"/>
              </a:ext>
            </a:extLst>
          </p:cNvPr>
          <p:cNvGrpSpPr/>
          <p:nvPr/>
        </p:nvGrpSpPr>
        <p:grpSpPr>
          <a:xfrm>
            <a:off x="7730083" y="-644486"/>
            <a:ext cx="1461294" cy="7639463"/>
            <a:chOff x="7691423" y="-603211"/>
            <a:chExt cx="1461294" cy="7639463"/>
          </a:xfrm>
        </p:grpSpPr>
        <p:sp>
          <p:nvSpPr>
            <p:cNvPr id="12" name="TextBox 11">
              <a:extLst>
                <a:ext uri="{FF2B5EF4-FFF2-40B4-BE49-F238E27FC236}">
                  <a16:creationId xmlns:a16="http://schemas.microsoft.com/office/drawing/2014/main" id="{6B25A6BD-9378-9505-D1F3-CD3C9CFF85D6}"/>
                </a:ext>
              </a:extLst>
            </p:cNvPr>
            <p:cNvSpPr txBox="1"/>
            <p:nvPr userDrawn="1"/>
          </p:nvSpPr>
          <p:spPr>
            <a:xfrm rot="16200000">
              <a:off x="4297424" y="2790788"/>
              <a:ext cx="7634383" cy="846386"/>
            </a:xfrm>
            <a:prstGeom prst="rect">
              <a:avLst/>
            </a:prstGeom>
            <a:noFill/>
          </p:spPr>
          <p:txBody>
            <a:bodyPr wrap="square" rtlCol="0">
              <a:spAutoFit/>
            </a:bodyPr>
            <a:lstStyle/>
            <a:p>
              <a:r>
                <a:rPr lang="en-US" sz="4900" b="0" i="0">
                  <a:solidFill>
                    <a:schemeClr val="accent5"/>
                  </a:solidFill>
                  <a:latin typeface="+mj-lt"/>
                </a:rPr>
                <a:t>MIT </a:t>
              </a:r>
              <a:r>
                <a:rPr lang="en-US" sz="4900" b="0" i="0" cap="all" baseline="0">
                  <a:solidFill>
                    <a:schemeClr val="accent5"/>
                  </a:solidFill>
                  <a:latin typeface="+mj-lt"/>
                </a:rPr>
                <a:t>SLOAN</a:t>
              </a:r>
              <a:r>
                <a:rPr lang="en-US" sz="4900" b="0" i="0">
                  <a:solidFill>
                    <a:schemeClr val="accent5"/>
                  </a:solidFill>
                  <a:latin typeface="+mj-lt"/>
                </a:rPr>
                <a:t> SCHOOL</a:t>
              </a:r>
            </a:p>
          </p:txBody>
        </p:sp>
        <p:sp>
          <p:nvSpPr>
            <p:cNvPr id="13" name="TextBox 12">
              <a:extLst>
                <a:ext uri="{FF2B5EF4-FFF2-40B4-BE49-F238E27FC236}">
                  <a16:creationId xmlns:a16="http://schemas.microsoft.com/office/drawing/2014/main" id="{86209969-3E83-BC9E-D2F6-E11D3CCC6FB7}"/>
                </a:ext>
              </a:extLst>
            </p:cNvPr>
            <p:cNvSpPr txBox="1"/>
            <p:nvPr userDrawn="1"/>
          </p:nvSpPr>
          <p:spPr>
            <a:xfrm rot="16200000">
              <a:off x="4912332" y="2795868"/>
              <a:ext cx="7634383" cy="846386"/>
            </a:xfrm>
            <a:prstGeom prst="rect">
              <a:avLst/>
            </a:prstGeom>
            <a:noFill/>
          </p:spPr>
          <p:txBody>
            <a:bodyPr wrap="square" rtlCol="0">
              <a:spAutoFit/>
            </a:bodyPr>
            <a:lstStyle/>
            <a:p>
              <a:r>
                <a:rPr lang="en-US" sz="4900" b="0" i="0">
                  <a:solidFill>
                    <a:schemeClr val="accent5"/>
                  </a:solidFill>
                  <a:latin typeface="+mj-lt"/>
                </a:rPr>
                <a:t>OF MANAGEMENT</a:t>
              </a:r>
            </a:p>
          </p:txBody>
        </p:sp>
      </p:grpSp>
      <p:grpSp>
        <p:nvGrpSpPr>
          <p:cNvPr id="4" name="Group 3">
            <a:extLst>
              <a:ext uri="{FF2B5EF4-FFF2-40B4-BE49-F238E27FC236}">
                <a16:creationId xmlns:a16="http://schemas.microsoft.com/office/drawing/2014/main" id="{6BEB7494-E12C-D294-4DD7-39A7DD1DB733}"/>
              </a:ext>
            </a:extLst>
          </p:cNvPr>
          <p:cNvGrpSpPr/>
          <p:nvPr/>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A12406A0-E1A7-7DAA-7AF8-A645B963CE8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8" name="Rectangle 7">
              <a:extLst>
                <a:ext uri="{FF2B5EF4-FFF2-40B4-BE49-F238E27FC236}">
                  <a16:creationId xmlns:a16="http://schemas.microsoft.com/office/drawing/2014/main" id="{4635F40B-06C2-7C05-2D3C-33E425113DC8}"/>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Rectangle 8">
            <a:extLst>
              <a:ext uri="{FF2B5EF4-FFF2-40B4-BE49-F238E27FC236}">
                <a16:creationId xmlns:a16="http://schemas.microsoft.com/office/drawing/2014/main" id="{8F6C6259-9F86-7D33-FE4A-34EE0B4C8D42}"/>
              </a:ext>
            </a:extLst>
          </p:cNvPr>
          <p:cNvSpPr/>
          <p:nvPr/>
        </p:nvSpPr>
        <p:spPr>
          <a:xfrm>
            <a:off x="8975226" y="0"/>
            <a:ext cx="28098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138D1214-C72A-FFE7-D988-73510431B3C0}"/>
              </a:ext>
            </a:extLst>
          </p:cNvPr>
          <p:cNvSpPr/>
          <p:nvPr/>
        </p:nvSpPr>
        <p:spPr>
          <a:xfrm flipV="1">
            <a:off x="0" y="-54033"/>
            <a:ext cx="12192000" cy="54033"/>
          </a:xfrm>
          <a:prstGeom prst="rect">
            <a:avLst/>
          </a:prstGeom>
          <a:solidFill>
            <a:srgbClr val="E6E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E409124-932C-BCCF-1CC6-A6167E73034E}"/>
              </a:ext>
            </a:extLst>
          </p:cNvPr>
          <p:cNvSpPr/>
          <p:nvPr/>
        </p:nvSpPr>
        <p:spPr>
          <a:xfrm>
            <a:off x="0" y="6857999"/>
            <a:ext cx="12192000" cy="53341"/>
          </a:xfrm>
          <a:prstGeom prst="rect">
            <a:avLst/>
          </a:prstGeom>
          <a:solidFill>
            <a:srgbClr val="E7E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39902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Re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2A61CD0-B138-1043-27D1-632003B59B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sp>
        <p:nvSpPr>
          <p:cNvPr id="7" name="Rectangle 6">
            <a:extLst>
              <a:ext uri="{FF2B5EF4-FFF2-40B4-BE49-F238E27FC236}">
                <a16:creationId xmlns:a16="http://schemas.microsoft.com/office/drawing/2014/main" id="{89ADAE2A-CB2A-E72F-9C7D-D8D7F626C077}"/>
              </a:ext>
            </a:extLst>
          </p:cNvPr>
          <p:cNvSpPr/>
          <p:nvPr/>
        </p:nvSpPr>
        <p:spPr>
          <a:xfrm>
            <a:off x="0" y="0"/>
            <a:ext cx="8978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90D4913-F329-4D65-645B-D2932962997E}"/>
              </a:ext>
            </a:extLst>
          </p:cNvPr>
          <p:cNvSpPr>
            <a:spLocks noGrp="1"/>
          </p:cNvSpPr>
          <p:nvPr>
            <p:ph type="ctrTitle"/>
          </p:nvPr>
        </p:nvSpPr>
        <p:spPr>
          <a:xfrm>
            <a:off x="685800" y="1357313"/>
            <a:ext cx="5778499" cy="2387600"/>
          </a:xfrm>
        </p:spPr>
        <p:txBody>
          <a:bodyPr lIns="0" anchor="b">
            <a:normAutofit/>
          </a:bodyPr>
          <a:lstStyle>
            <a:lvl1pPr algn="l">
              <a:defRPr sz="4000"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E195E623-2193-8E27-78A2-0971D65529E7}"/>
              </a:ext>
            </a:extLst>
          </p:cNvPr>
          <p:cNvSpPr>
            <a:spLocks noGrp="1"/>
          </p:cNvSpPr>
          <p:nvPr>
            <p:ph type="subTitle" idx="1"/>
          </p:nvPr>
        </p:nvSpPr>
        <p:spPr>
          <a:xfrm>
            <a:off x="685799" y="3946525"/>
            <a:ext cx="5778499" cy="1982787"/>
          </a:xfrm>
        </p:spPr>
        <p:txBody>
          <a:bodyPr lIns="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16" name="Group 15">
            <a:extLst>
              <a:ext uri="{FF2B5EF4-FFF2-40B4-BE49-F238E27FC236}">
                <a16:creationId xmlns:a16="http://schemas.microsoft.com/office/drawing/2014/main" id="{22A554BD-8CA8-4205-DCC4-56988352E882}"/>
              </a:ext>
            </a:extLst>
          </p:cNvPr>
          <p:cNvGrpSpPr/>
          <p:nvPr/>
        </p:nvGrpSpPr>
        <p:grpSpPr>
          <a:xfrm>
            <a:off x="7730083" y="-644486"/>
            <a:ext cx="1461294" cy="7639463"/>
            <a:chOff x="7691423" y="-603211"/>
            <a:chExt cx="1461294" cy="7639463"/>
          </a:xfrm>
        </p:grpSpPr>
        <p:sp>
          <p:nvSpPr>
            <p:cNvPr id="12" name="TextBox 11">
              <a:extLst>
                <a:ext uri="{FF2B5EF4-FFF2-40B4-BE49-F238E27FC236}">
                  <a16:creationId xmlns:a16="http://schemas.microsoft.com/office/drawing/2014/main" id="{6B25A6BD-9378-9505-D1F3-CD3C9CFF85D6}"/>
                </a:ext>
              </a:extLst>
            </p:cNvPr>
            <p:cNvSpPr txBox="1"/>
            <p:nvPr userDrawn="1"/>
          </p:nvSpPr>
          <p:spPr>
            <a:xfrm rot="16200000">
              <a:off x="4297424" y="2790788"/>
              <a:ext cx="7634383" cy="846386"/>
            </a:xfrm>
            <a:prstGeom prst="rect">
              <a:avLst/>
            </a:prstGeom>
            <a:noFill/>
          </p:spPr>
          <p:txBody>
            <a:bodyPr wrap="square" rtlCol="0">
              <a:spAutoFit/>
            </a:bodyPr>
            <a:lstStyle/>
            <a:p>
              <a:r>
                <a:rPr lang="en-US" sz="4900" b="0" i="0">
                  <a:solidFill>
                    <a:schemeClr val="accent1">
                      <a:lumMod val="40000"/>
                      <a:lumOff val="60000"/>
                    </a:schemeClr>
                  </a:solidFill>
                  <a:latin typeface="+mj-lt"/>
                </a:rPr>
                <a:t>MIT </a:t>
              </a:r>
              <a:r>
                <a:rPr lang="en-US" sz="4900" b="0" i="0" cap="all" baseline="0">
                  <a:solidFill>
                    <a:schemeClr val="accent1">
                      <a:lumMod val="40000"/>
                      <a:lumOff val="60000"/>
                    </a:schemeClr>
                  </a:solidFill>
                  <a:latin typeface="+mj-lt"/>
                </a:rPr>
                <a:t>SLOAN</a:t>
              </a:r>
              <a:r>
                <a:rPr lang="en-US" sz="4900" b="0" i="0">
                  <a:solidFill>
                    <a:schemeClr val="accent1">
                      <a:lumMod val="40000"/>
                      <a:lumOff val="60000"/>
                    </a:schemeClr>
                  </a:solidFill>
                  <a:latin typeface="+mj-lt"/>
                </a:rPr>
                <a:t> SCHOOL</a:t>
              </a:r>
            </a:p>
          </p:txBody>
        </p:sp>
        <p:sp>
          <p:nvSpPr>
            <p:cNvPr id="13" name="TextBox 12">
              <a:extLst>
                <a:ext uri="{FF2B5EF4-FFF2-40B4-BE49-F238E27FC236}">
                  <a16:creationId xmlns:a16="http://schemas.microsoft.com/office/drawing/2014/main" id="{86209969-3E83-BC9E-D2F6-E11D3CCC6FB7}"/>
                </a:ext>
              </a:extLst>
            </p:cNvPr>
            <p:cNvSpPr txBox="1"/>
            <p:nvPr userDrawn="1"/>
          </p:nvSpPr>
          <p:spPr>
            <a:xfrm rot="16200000">
              <a:off x="4912332" y="2795868"/>
              <a:ext cx="7634383" cy="846386"/>
            </a:xfrm>
            <a:prstGeom prst="rect">
              <a:avLst/>
            </a:prstGeom>
            <a:noFill/>
          </p:spPr>
          <p:txBody>
            <a:bodyPr wrap="square" rtlCol="0">
              <a:spAutoFit/>
            </a:bodyPr>
            <a:lstStyle/>
            <a:p>
              <a:r>
                <a:rPr lang="en-US" sz="4900" b="0" i="0">
                  <a:solidFill>
                    <a:schemeClr val="accent1">
                      <a:lumMod val="40000"/>
                      <a:lumOff val="60000"/>
                    </a:schemeClr>
                  </a:solidFill>
                  <a:latin typeface="+mj-lt"/>
                </a:rPr>
                <a:t>OF MANAGEMENT</a:t>
              </a:r>
            </a:p>
          </p:txBody>
        </p:sp>
      </p:grpSp>
      <p:grpSp>
        <p:nvGrpSpPr>
          <p:cNvPr id="4" name="Group 3">
            <a:extLst>
              <a:ext uri="{FF2B5EF4-FFF2-40B4-BE49-F238E27FC236}">
                <a16:creationId xmlns:a16="http://schemas.microsoft.com/office/drawing/2014/main" id="{6BEB7494-E12C-D294-4DD7-39A7DD1DB733}"/>
              </a:ext>
            </a:extLst>
          </p:cNvPr>
          <p:cNvGrpSpPr/>
          <p:nvPr/>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A12406A0-E1A7-7DAA-7AF8-A645B963CE8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8" name="Rectangle 7">
              <a:extLst>
                <a:ext uri="{FF2B5EF4-FFF2-40B4-BE49-F238E27FC236}">
                  <a16:creationId xmlns:a16="http://schemas.microsoft.com/office/drawing/2014/main" id="{4635F40B-06C2-7C05-2D3C-33E425113DC8}"/>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Rectangle 8">
            <a:extLst>
              <a:ext uri="{FF2B5EF4-FFF2-40B4-BE49-F238E27FC236}">
                <a16:creationId xmlns:a16="http://schemas.microsoft.com/office/drawing/2014/main" id="{8F6C6259-9F86-7D33-FE4A-34EE0B4C8D42}"/>
              </a:ext>
            </a:extLst>
          </p:cNvPr>
          <p:cNvSpPr/>
          <p:nvPr/>
        </p:nvSpPr>
        <p:spPr>
          <a:xfrm>
            <a:off x="8975226" y="0"/>
            <a:ext cx="28098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138D1214-C72A-FFE7-D988-73510431B3C0}"/>
              </a:ext>
            </a:extLst>
          </p:cNvPr>
          <p:cNvSpPr/>
          <p:nvPr/>
        </p:nvSpPr>
        <p:spPr>
          <a:xfrm flipV="1">
            <a:off x="0" y="-54033"/>
            <a:ext cx="12192000" cy="54033"/>
          </a:xfrm>
          <a:prstGeom prst="rect">
            <a:avLst/>
          </a:prstGeom>
          <a:solidFill>
            <a:srgbClr val="E6E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E409124-932C-BCCF-1CC6-A6167E73034E}"/>
              </a:ext>
            </a:extLst>
          </p:cNvPr>
          <p:cNvSpPr/>
          <p:nvPr/>
        </p:nvSpPr>
        <p:spPr>
          <a:xfrm>
            <a:off x="0" y="6857999"/>
            <a:ext cx="12192000" cy="53341"/>
          </a:xfrm>
          <a:prstGeom prst="rect">
            <a:avLst/>
          </a:prstGeom>
          <a:solidFill>
            <a:srgbClr val="E7EC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87587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 Thankyou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8044FEA-3420-3365-5C7F-8D55D1AE74E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1"/>
            <a:ext cx="12192000" cy="6857999"/>
          </a:xfrm>
          <a:prstGeom prst="rect">
            <a:avLst/>
          </a:prstGeom>
        </p:spPr>
      </p:pic>
      <p:sp>
        <p:nvSpPr>
          <p:cNvPr id="20" name="Freeform: Shape 19">
            <a:extLst>
              <a:ext uri="{FF2B5EF4-FFF2-40B4-BE49-F238E27FC236}">
                <a16:creationId xmlns:a16="http://schemas.microsoft.com/office/drawing/2014/main" id="{4422479C-507E-B87F-5466-445E2536DF4D}"/>
              </a:ext>
            </a:extLst>
          </p:cNvPr>
          <p:cNvSpPr>
            <a:spLocks/>
          </p:cNvSpPr>
          <p:nvPr/>
        </p:nvSpPr>
        <p:spPr>
          <a:xfrm>
            <a:off x="0" y="1"/>
            <a:ext cx="12184379" cy="6832602"/>
          </a:xfrm>
          <a:custGeom>
            <a:avLst/>
            <a:gdLst>
              <a:gd name="connsiteX0" fmla="*/ 6871216 w 12184379"/>
              <a:gd name="connsiteY0" fmla="*/ 6386557 h 6832602"/>
              <a:gd name="connsiteX1" fmla="*/ 6954027 w 12184379"/>
              <a:gd name="connsiteY1" fmla="*/ 6832602 h 6832602"/>
              <a:gd name="connsiteX2" fmla="*/ 6676616 w 12184379"/>
              <a:gd name="connsiteY2" fmla="*/ 6832602 h 6832602"/>
              <a:gd name="connsiteX3" fmla="*/ 4641471 w 12184379"/>
              <a:gd name="connsiteY3" fmla="*/ 6386557 h 6832602"/>
              <a:gd name="connsiteX4" fmla="*/ 4837046 w 12184379"/>
              <a:gd name="connsiteY4" fmla="*/ 6832602 h 6832602"/>
              <a:gd name="connsiteX5" fmla="*/ 4558078 w 12184379"/>
              <a:gd name="connsiteY5" fmla="*/ 6832602 h 6832602"/>
              <a:gd name="connsiteX6" fmla="*/ 10994765 w 12184379"/>
              <a:gd name="connsiteY6" fmla="*/ 5475866 h 6832602"/>
              <a:gd name="connsiteX7" fmla="*/ 12184379 w 12184379"/>
              <a:gd name="connsiteY7" fmla="*/ 5475866 h 6832602"/>
              <a:gd name="connsiteX8" fmla="*/ 12184379 w 12184379"/>
              <a:gd name="connsiteY8" fmla="*/ 6832602 h 6832602"/>
              <a:gd name="connsiteX9" fmla="*/ 10994765 w 12184379"/>
              <a:gd name="connsiteY9" fmla="*/ 6832602 h 6832602"/>
              <a:gd name="connsiteX10" fmla="*/ 0 w 12184379"/>
              <a:gd name="connsiteY10" fmla="*/ 0 h 6832602"/>
              <a:gd name="connsiteX11" fmla="*/ 12184379 w 12184379"/>
              <a:gd name="connsiteY11" fmla="*/ 0 h 6832602"/>
              <a:gd name="connsiteX12" fmla="*/ 12184379 w 12184379"/>
              <a:gd name="connsiteY12" fmla="*/ 4542583 h 6832602"/>
              <a:gd name="connsiteX13" fmla="*/ 9341882 w 12184379"/>
              <a:gd name="connsiteY13" fmla="*/ 4542583 h 6832602"/>
              <a:gd name="connsiteX14" fmla="*/ 9341882 w 12184379"/>
              <a:gd name="connsiteY14" fmla="*/ 5475866 h 6832602"/>
              <a:gd name="connsiteX15" fmla="*/ 9808101 w 12184379"/>
              <a:gd name="connsiteY15" fmla="*/ 5475866 h 6832602"/>
              <a:gd name="connsiteX16" fmla="*/ 9808101 w 12184379"/>
              <a:gd name="connsiteY16" fmla="*/ 6832602 h 6832602"/>
              <a:gd name="connsiteX17" fmla="*/ 9240319 w 12184379"/>
              <a:gd name="connsiteY17" fmla="*/ 6832602 h 6832602"/>
              <a:gd name="connsiteX18" fmla="*/ 9240319 w 12184379"/>
              <a:gd name="connsiteY18" fmla="*/ 4542583 h 6832602"/>
              <a:gd name="connsiteX19" fmla="*/ 8110244 w 12184379"/>
              <a:gd name="connsiteY19" fmla="*/ 4542583 h 6832602"/>
              <a:gd name="connsiteX20" fmla="*/ 8110244 w 12184379"/>
              <a:gd name="connsiteY20" fmla="*/ 6832602 h 6832602"/>
              <a:gd name="connsiteX21" fmla="*/ 8008681 w 12184379"/>
              <a:gd name="connsiteY21" fmla="*/ 6832602 h 6832602"/>
              <a:gd name="connsiteX22" fmla="*/ 8008681 w 12184379"/>
              <a:gd name="connsiteY22" fmla="*/ 6433009 h 6832602"/>
              <a:gd name="connsiteX23" fmla="*/ 7993690 w 12184379"/>
              <a:gd name="connsiteY23" fmla="*/ 6351928 h 6832602"/>
              <a:gd name="connsiteX24" fmla="*/ 7656906 w 12184379"/>
              <a:gd name="connsiteY24" fmla="*/ 4542583 h 6832602"/>
              <a:gd name="connsiteX25" fmla="*/ 6525352 w 12184379"/>
              <a:gd name="connsiteY25" fmla="*/ 4542583 h 6832602"/>
              <a:gd name="connsiteX26" fmla="*/ 5758456 w 12184379"/>
              <a:gd name="connsiteY26" fmla="*/ 6379166 h 6832602"/>
              <a:gd name="connsiteX27" fmla="*/ 4991558 w 12184379"/>
              <a:gd name="connsiteY27" fmla="*/ 4542583 h 6832602"/>
              <a:gd name="connsiteX28" fmla="*/ 3854515 w 12184379"/>
              <a:gd name="connsiteY28" fmla="*/ 4542583 h 6832602"/>
              <a:gd name="connsiteX29" fmla="*/ 3428765 w 12184379"/>
              <a:gd name="connsiteY29" fmla="*/ 6832602 h 6832602"/>
              <a:gd name="connsiteX30" fmla="*/ 0 w 12184379"/>
              <a:gd name="connsiteY30" fmla="*/ 6832602 h 6832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84379" h="6832602">
                <a:moveTo>
                  <a:pt x="6871216" y="6386557"/>
                </a:moveTo>
                <a:lnTo>
                  <a:pt x="6954027" y="6832602"/>
                </a:lnTo>
                <a:lnTo>
                  <a:pt x="6676616" y="6832602"/>
                </a:lnTo>
                <a:close/>
                <a:moveTo>
                  <a:pt x="4641471" y="6386557"/>
                </a:moveTo>
                <a:lnTo>
                  <a:pt x="4837046" y="6832602"/>
                </a:lnTo>
                <a:lnTo>
                  <a:pt x="4558078" y="6832602"/>
                </a:lnTo>
                <a:close/>
                <a:moveTo>
                  <a:pt x="10994765" y="5475866"/>
                </a:moveTo>
                <a:lnTo>
                  <a:pt x="12184379" y="5475866"/>
                </a:lnTo>
                <a:lnTo>
                  <a:pt x="12184379" y="6832602"/>
                </a:lnTo>
                <a:lnTo>
                  <a:pt x="10994765" y="6832602"/>
                </a:lnTo>
                <a:close/>
                <a:moveTo>
                  <a:pt x="0" y="0"/>
                </a:moveTo>
                <a:lnTo>
                  <a:pt x="12184379" y="0"/>
                </a:lnTo>
                <a:lnTo>
                  <a:pt x="12184379" y="4542583"/>
                </a:lnTo>
                <a:lnTo>
                  <a:pt x="9341882" y="4542583"/>
                </a:lnTo>
                <a:lnTo>
                  <a:pt x="9341882" y="5475866"/>
                </a:lnTo>
                <a:lnTo>
                  <a:pt x="9808101" y="5475866"/>
                </a:lnTo>
                <a:lnTo>
                  <a:pt x="9808101" y="6832602"/>
                </a:lnTo>
                <a:lnTo>
                  <a:pt x="9240319" y="6832602"/>
                </a:lnTo>
                <a:lnTo>
                  <a:pt x="9240319" y="4542583"/>
                </a:lnTo>
                <a:lnTo>
                  <a:pt x="8110244" y="4542583"/>
                </a:lnTo>
                <a:lnTo>
                  <a:pt x="8110244" y="6832602"/>
                </a:lnTo>
                <a:lnTo>
                  <a:pt x="8008681" y="6832602"/>
                </a:lnTo>
                <a:lnTo>
                  <a:pt x="8008681" y="6433009"/>
                </a:lnTo>
                <a:lnTo>
                  <a:pt x="7993690" y="6351928"/>
                </a:lnTo>
                <a:lnTo>
                  <a:pt x="7656906" y="4542583"/>
                </a:lnTo>
                <a:lnTo>
                  <a:pt x="6525352" y="4542583"/>
                </a:lnTo>
                <a:lnTo>
                  <a:pt x="5758456" y="6379166"/>
                </a:lnTo>
                <a:lnTo>
                  <a:pt x="4991558" y="4542583"/>
                </a:lnTo>
                <a:lnTo>
                  <a:pt x="3854515" y="4542583"/>
                </a:lnTo>
                <a:lnTo>
                  <a:pt x="3428765" y="6832602"/>
                </a:lnTo>
                <a:lnTo>
                  <a:pt x="0" y="6832602"/>
                </a:lnTo>
                <a:close/>
              </a:path>
            </a:pathLst>
          </a:custGeom>
          <a:gradFill flip="none" rotWithShape="1">
            <a:gsLst>
              <a:gs pos="97000">
                <a:schemeClr val="bg1">
                  <a:alpha val="45000"/>
                </a:schemeClr>
              </a:gs>
              <a:gs pos="29000">
                <a:schemeClr val="bg1">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 name="Title 1">
            <a:extLst>
              <a:ext uri="{FF2B5EF4-FFF2-40B4-BE49-F238E27FC236}">
                <a16:creationId xmlns:a16="http://schemas.microsoft.com/office/drawing/2014/main" id="{75D1128D-FD75-0B04-8503-C11BB85DA3BD}"/>
              </a:ext>
            </a:extLst>
          </p:cNvPr>
          <p:cNvSpPr>
            <a:spLocks noGrp="1"/>
          </p:cNvSpPr>
          <p:nvPr>
            <p:ph type="ctrTitle" hasCustomPrompt="1"/>
          </p:nvPr>
        </p:nvSpPr>
        <p:spPr>
          <a:xfrm>
            <a:off x="685800" y="1071272"/>
            <a:ext cx="8054975" cy="1531200"/>
          </a:xfrm>
        </p:spPr>
        <p:txBody>
          <a:bodyPr lIns="0" anchor="b">
            <a:normAutofit/>
          </a:bodyPr>
          <a:lstStyle>
            <a:lvl1pPr algn="l">
              <a:defRPr sz="4000" cap="all" baseline="0">
                <a:solidFill>
                  <a:schemeClr val="tx1"/>
                </a:solidFill>
              </a:defRPr>
            </a:lvl1pPr>
          </a:lstStyle>
          <a:p>
            <a:r>
              <a:rPr lang="en-US"/>
              <a:t>CLICK TO EDIT MASTER TITLE STYLE</a:t>
            </a:r>
            <a:endParaRPr lang="en-GB"/>
          </a:p>
        </p:txBody>
      </p:sp>
      <p:sp>
        <p:nvSpPr>
          <p:cNvPr id="6" name="Subtitle 2">
            <a:extLst>
              <a:ext uri="{FF2B5EF4-FFF2-40B4-BE49-F238E27FC236}">
                <a16:creationId xmlns:a16="http://schemas.microsoft.com/office/drawing/2014/main" id="{456F01DA-701F-B638-53F9-D766C78FCFD3}"/>
              </a:ext>
            </a:extLst>
          </p:cNvPr>
          <p:cNvSpPr>
            <a:spLocks noGrp="1"/>
          </p:cNvSpPr>
          <p:nvPr>
            <p:ph type="subTitle" idx="1"/>
          </p:nvPr>
        </p:nvSpPr>
        <p:spPr>
          <a:xfrm>
            <a:off x="685799" y="2872468"/>
            <a:ext cx="8054975" cy="879475"/>
          </a:xfrm>
        </p:spPr>
        <p:txBody>
          <a:bodyPr lIns="0">
            <a:normAutofit/>
          </a:bodyPr>
          <a:lstStyle>
            <a:lvl1pPr marL="0" indent="0" algn="l">
              <a:buFont typeface="Arial" panose="020B060402020202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22" name="Graphic 21">
            <a:extLst>
              <a:ext uri="{FF2B5EF4-FFF2-40B4-BE49-F238E27FC236}">
                <a16:creationId xmlns:a16="http://schemas.microsoft.com/office/drawing/2014/main" id="{D8BC064D-F7A4-E590-C99B-884EE50A15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798" y="6118859"/>
            <a:ext cx="983672" cy="573779"/>
          </a:xfrm>
          <a:prstGeom prst="rect">
            <a:avLst/>
          </a:prstGeom>
        </p:spPr>
      </p:pic>
    </p:spTree>
    <p:extLst>
      <p:ext uri="{BB962C8B-B14F-4D97-AF65-F5344CB8AC3E}">
        <p14:creationId xmlns:p14="http://schemas.microsoft.com/office/powerpoint/2010/main" val="362786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Thankyou 2">
    <p:spTree>
      <p:nvGrpSpPr>
        <p:cNvPr id="1" name=""/>
        <p:cNvGrpSpPr/>
        <p:nvPr/>
      </p:nvGrpSpPr>
      <p:grpSpPr>
        <a:xfrm>
          <a:off x="0" y="0"/>
          <a:ext cx="0" cy="0"/>
          <a:chOff x="0" y="0"/>
          <a:chExt cx="0" cy="0"/>
        </a:xfrm>
      </p:grpSpPr>
      <p:pic>
        <p:nvPicPr>
          <p:cNvPr id="4" name="Picture 3" descr="A picture containing outdoor&#10;&#10;Description automatically generated">
            <a:extLst>
              <a:ext uri="{FF2B5EF4-FFF2-40B4-BE49-F238E27FC236}">
                <a16:creationId xmlns:a16="http://schemas.microsoft.com/office/drawing/2014/main" id="{ED47DE7D-F084-F661-F611-143E7B641637}"/>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grpSp>
        <p:nvGrpSpPr>
          <p:cNvPr id="34" name="Group 33">
            <a:extLst>
              <a:ext uri="{FF2B5EF4-FFF2-40B4-BE49-F238E27FC236}">
                <a16:creationId xmlns:a16="http://schemas.microsoft.com/office/drawing/2014/main" id="{1F91D5CE-B8B9-9028-8FE2-6F7E0F83B8FB}"/>
              </a:ext>
            </a:extLst>
          </p:cNvPr>
          <p:cNvGrpSpPr/>
          <p:nvPr/>
        </p:nvGrpSpPr>
        <p:grpSpPr>
          <a:xfrm>
            <a:off x="0" y="0"/>
            <a:ext cx="12192000" cy="6858001"/>
            <a:chOff x="0" y="0"/>
            <a:chExt cx="12192000" cy="6858001"/>
          </a:xfrm>
        </p:grpSpPr>
        <p:sp>
          <p:nvSpPr>
            <p:cNvPr id="23" name="Freeform: Shape 22">
              <a:extLst>
                <a:ext uri="{FF2B5EF4-FFF2-40B4-BE49-F238E27FC236}">
                  <a16:creationId xmlns:a16="http://schemas.microsoft.com/office/drawing/2014/main" id="{630C2619-A96B-3D1B-1426-52242E70EC2A}"/>
                </a:ext>
              </a:extLst>
            </p:cNvPr>
            <p:cNvSpPr>
              <a:spLocks/>
            </p:cNvSpPr>
            <p:nvPr userDrawn="1"/>
          </p:nvSpPr>
          <p:spPr>
            <a:xfrm>
              <a:off x="0" y="0"/>
              <a:ext cx="12192000" cy="6858000"/>
            </a:xfrm>
            <a:custGeom>
              <a:avLst/>
              <a:gdLst>
                <a:gd name="connsiteX0" fmla="*/ 6878837 w 12192000"/>
                <a:gd name="connsiteY0" fmla="*/ 6411955 h 6858000"/>
                <a:gd name="connsiteX1" fmla="*/ 6961647 w 12192000"/>
                <a:gd name="connsiteY1" fmla="*/ 6858000 h 6858000"/>
                <a:gd name="connsiteX2" fmla="*/ 6684236 w 12192000"/>
                <a:gd name="connsiteY2" fmla="*/ 6858000 h 6858000"/>
                <a:gd name="connsiteX3" fmla="*/ 4649092 w 12192000"/>
                <a:gd name="connsiteY3" fmla="*/ 6411955 h 6858000"/>
                <a:gd name="connsiteX4" fmla="*/ 4844666 w 12192000"/>
                <a:gd name="connsiteY4" fmla="*/ 6858000 h 6858000"/>
                <a:gd name="connsiteX5" fmla="*/ 4565699 w 12192000"/>
                <a:gd name="connsiteY5" fmla="*/ 6858000 h 6858000"/>
                <a:gd name="connsiteX6" fmla="*/ 11002386 w 12192000"/>
                <a:gd name="connsiteY6" fmla="*/ 5501264 h 6858000"/>
                <a:gd name="connsiteX7" fmla="*/ 12192000 w 12192000"/>
                <a:gd name="connsiteY7" fmla="*/ 5501264 h 6858000"/>
                <a:gd name="connsiteX8" fmla="*/ 12192000 w 12192000"/>
                <a:gd name="connsiteY8" fmla="*/ 6858000 h 6858000"/>
                <a:gd name="connsiteX9" fmla="*/ 11002386 w 12192000"/>
                <a:gd name="connsiteY9" fmla="*/ 6858000 h 6858000"/>
                <a:gd name="connsiteX10" fmla="*/ 0 w 12192000"/>
                <a:gd name="connsiteY10" fmla="*/ 0 h 6858000"/>
                <a:gd name="connsiteX11" fmla="*/ 12192000 w 12192000"/>
                <a:gd name="connsiteY11" fmla="*/ 0 h 6858000"/>
                <a:gd name="connsiteX12" fmla="*/ 12192000 w 12192000"/>
                <a:gd name="connsiteY12" fmla="*/ 4567981 h 6858000"/>
                <a:gd name="connsiteX13" fmla="*/ 9349503 w 12192000"/>
                <a:gd name="connsiteY13" fmla="*/ 4567981 h 6858000"/>
                <a:gd name="connsiteX14" fmla="*/ 9349503 w 12192000"/>
                <a:gd name="connsiteY14" fmla="*/ 5501264 h 6858000"/>
                <a:gd name="connsiteX15" fmla="*/ 9815722 w 12192000"/>
                <a:gd name="connsiteY15" fmla="*/ 5501264 h 6858000"/>
                <a:gd name="connsiteX16" fmla="*/ 9815722 w 12192000"/>
                <a:gd name="connsiteY16" fmla="*/ 6858000 h 6858000"/>
                <a:gd name="connsiteX17" fmla="*/ 9247940 w 12192000"/>
                <a:gd name="connsiteY17" fmla="*/ 6858000 h 6858000"/>
                <a:gd name="connsiteX18" fmla="*/ 9247940 w 12192000"/>
                <a:gd name="connsiteY18" fmla="*/ 4567981 h 6858000"/>
                <a:gd name="connsiteX19" fmla="*/ 8117865 w 12192000"/>
                <a:gd name="connsiteY19" fmla="*/ 4567981 h 6858000"/>
                <a:gd name="connsiteX20" fmla="*/ 8117865 w 12192000"/>
                <a:gd name="connsiteY20" fmla="*/ 6858000 h 6858000"/>
                <a:gd name="connsiteX21" fmla="*/ 8016302 w 12192000"/>
                <a:gd name="connsiteY21" fmla="*/ 6858000 h 6858000"/>
                <a:gd name="connsiteX22" fmla="*/ 8016302 w 12192000"/>
                <a:gd name="connsiteY22" fmla="*/ 6458407 h 6858000"/>
                <a:gd name="connsiteX23" fmla="*/ 8001311 w 12192000"/>
                <a:gd name="connsiteY23" fmla="*/ 6377326 h 6858000"/>
                <a:gd name="connsiteX24" fmla="*/ 7664526 w 12192000"/>
                <a:gd name="connsiteY24" fmla="*/ 4567981 h 6858000"/>
                <a:gd name="connsiteX25" fmla="*/ 6532973 w 12192000"/>
                <a:gd name="connsiteY25" fmla="*/ 4567981 h 6858000"/>
                <a:gd name="connsiteX26" fmla="*/ 5766076 w 12192000"/>
                <a:gd name="connsiteY26" fmla="*/ 6404564 h 6858000"/>
                <a:gd name="connsiteX27" fmla="*/ 4999179 w 12192000"/>
                <a:gd name="connsiteY27" fmla="*/ 4567981 h 6858000"/>
                <a:gd name="connsiteX28" fmla="*/ 3862136 w 12192000"/>
                <a:gd name="connsiteY28" fmla="*/ 4567981 h 6858000"/>
                <a:gd name="connsiteX29" fmla="*/ 343638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6878837" y="6411955"/>
                  </a:moveTo>
                  <a:lnTo>
                    <a:pt x="6961647" y="6858000"/>
                  </a:lnTo>
                  <a:lnTo>
                    <a:pt x="6684236" y="6858000"/>
                  </a:lnTo>
                  <a:close/>
                  <a:moveTo>
                    <a:pt x="4649092" y="6411955"/>
                  </a:moveTo>
                  <a:lnTo>
                    <a:pt x="4844666" y="6858000"/>
                  </a:lnTo>
                  <a:lnTo>
                    <a:pt x="4565699" y="6858000"/>
                  </a:lnTo>
                  <a:close/>
                  <a:moveTo>
                    <a:pt x="11002386" y="5501264"/>
                  </a:moveTo>
                  <a:lnTo>
                    <a:pt x="12192000" y="5501264"/>
                  </a:lnTo>
                  <a:lnTo>
                    <a:pt x="12192000" y="6858000"/>
                  </a:lnTo>
                  <a:lnTo>
                    <a:pt x="11002386" y="6858000"/>
                  </a:lnTo>
                  <a:close/>
                  <a:moveTo>
                    <a:pt x="0" y="0"/>
                  </a:moveTo>
                  <a:lnTo>
                    <a:pt x="12192000" y="0"/>
                  </a:lnTo>
                  <a:lnTo>
                    <a:pt x="12192000" y="4567981"/>
                  </a:lnTo>
                  <a:lnTo>
                    <a:pt x="9349503" y="4567981"/>
                  </a:lnTo>
                  <a:lnTo>
                    <a:pt x="9349503" y="5501264"/>
                  </a:lnTo>
                  <a:lnTo>
                    <a:pt x="9815722" y="5501264"/>
                  </a:lnTo>
                  <a:lnTo>
                    <a:pt x="9815722" y="6858000"/>
                  </a:lnTo>
                  <a:lnTo>
                    <a:pt x="9247940" y="6858000"/>
                  </a:lnTo>
                  <a:lnTo>
                    <a:pt x="9247940" y="4567981"/>
                  </a:lnTo>
                  <a:lnTo>
                    <a:pt x="8117865" y="4567981"/>
                  </a:lnTo>
                  <a:lnTo>
                    <a:pt x="8117865" y="6858000"/>
                  </a:lnTo>
                  <a:lnTo>
                    <a:pt x="8016302" y="6858000"/>
                  </a:lnTo>
                  <a:lnTo>
                    <a:pt x="8016302" y="6458407"/>
                  </a:lnTo>
                  <a:lnTo>
                    <a:pt x="8001311" y="6377326"/>
                  </a:lnTo>
                  <a:lnTo>
                    <a:pt x="7664526" y="4567981"/>
                  </a:lnTo>
                  <a:lnTo>
                    <a:pt x="6532973" y="4567981"/>
                  </a:lnTo>
                  <a:lnTo>
                    <a:pt x="5766076" y="6404564"/>
                  </a:lnTo>
                  <a:lnTo>
                    <a:pt x="4999179" y="4567981"/>
                  </a:lnTo>
                  <a:lnTo>
                    <a:pt x="3862136" y="4567981"/>
                  </a:lnTo>
                  <a:lnTo>
                    <a:pt x="3436386" y="6858000"/>
                  </a:lnTo>
                  <a:lnTo>
                    <a:pt x="0" y="6858000"/>
                  </a:lnTo>
                  <a:close/>
                </a:path>
              </a:pathLst>
            </a:custGeom>
            <a:gradFill flip="none" rotWithShape="1">
              <a:gsLst>
                <a:gs pos="64000">
                  <a:schemeClr val="bg1">
                    <a:alpha val="95000"/>
                  </a:schemeClr>
                </a:gs>
                <a:gs pos="0">
                  <a:schemeClr val="bg1">
                    <a:alpha val="57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8" name="Freeform: Shape 27">
              <a:extLst>
                <a:ext uri="{FF2B5EF4-FFF2-40B4-BE49-F238E27FC236}">
                  <a16:creationId xmlns:a16="http://schemas.microsoft.com/office/drawing/2014/main" id="{3CA314E3-81DC-7254-19F8-C5AE864393DB}"/>
                </a:ext>
              </a:extLst>
            </p:cNvPr>
            <p:cNvSpPr/>
            <p:nvPr userDrawn="1"/>
          </p:nvSpPr>
          <p:spPr>
            <a:xfrm>
              <a:off x="8117865" y="4567981"/>
              <a:ext cx="1130075" cy="2290018"/>
            </a:xfrm>
            <a:custGeom>
              <a:avLst/>
              <a:gdLst>
                <a:gd name="connsiteX0" fmla="*/ 0 w 1130075"/>
                <a:gd name="connsiteY0" fmla="*/ 0 h 2290018"/>
                <a:gd name="connsiteX1" fmla="*/ 1130075 w 1130075"/>
                <a:gd name="connsiteY1" fmla="*/ 0 h 2290018"/>
                <a:gd name="connsiteX2" fmla="*/ 1130075 w 1130075"/>
                <a:gd name="connsiteY2" fmla="*/ 2290018 h 2290018"/>
                <a:gd name="connsiteX3" fmla="*/ 0 w 1130075"/>
                <a:gd name="connsiteY3" fmla="*/ 2290018 h 2290018"/>
              </a:gdLst>
              <a:ahLst/>
              <a:cxnLst>
                <a:cxn ang="0">
                  <a:pos x="connsiteX0" y="connsiteY0"/>
                </a:cxn>
                <a:cxn ang="0">
                  <a:pos x="connsiteX1" y="connsiteY1"/>
                </a:cxn>
                <a:cxn ang="0">
                  <a:pos x="connsiteX2" y="connsiteY2"/>
                </a:cxn>
                <a:cxn ang="0">
                  <a:pos x="connsiteX3" y="connsiteY3"/>
                </a:cxn>
              </a:cxnLst>
              <a:rect l="l" t="t" r="r" b="b"/>
              <a:pathLst>
                <a:path w="1130075" h="2290018">
                  <a:moveTo>
                    <a:pt x="0" y="0"/>
                  </a:moveTo>
                  <a:lnTo>
                    <a:pt x="1130075" y="0"/>
                  </a:lnTo>
                  <a:lnTo>
                    <a:pt x="1130075" y="2290018"/>
                  </a:lnTo>
                  <a:lnTo>
                    <a:pt x="0" y="2290018"/>
                  </a:lnTo>
                  <a:close/>
                </a:path>
              </a:pathLst>
            </a:custGeom>
            <a:solidFill>
              <a:schemeClr val="tx1">
                <a:alpha val="59000"/>
              </a:schemeClr>
            </a:solidFill>
            <a:ln w="21101"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30960103-0275-F750-D44C-45A2222F87B3}"/>
                </a:ext>
              </a:extLst>
            </p:cNvPr>
            <p:cNvSpPr/>
            <p:nvPr userDrawn="1"/>
          </p:nvSpPr>
          <p:spPr>
            <a:xfrm>
              <a:off x="9349503" y="4567982"/>
              <a:ext cx="2842496" cy="2290019"/>
            </a:xfrm>
            <a:custGeom>
              <a:avLst/>
              <a:gdLst>
                <a:gd name="connsiteX0" fmla="*/ 0 w 2842496"/>
                <a:gd name="connsiteY0" fmla="*/ 0 h 2290019"/>
                <a:gd name="connsiteX1" fmla="*/ 2842496 w 2842496"/>
                <a:gd name="connsiteY1" fmla="*/ 0 h 2290019"/>
                <a:gd name="connsiteX2" fmla="*/ 2842496 w 2842496"/>
                <a:gd name="connsiteY2" fmla="*/ 933283 h 2290019"/>
                <a:gd name="connsiteX3" fmla="*/ 1652883 w 2842496"/>
                <a:gd name="connsiteY3" fmla="*/ 933283 h 2290019"/>
                <a:gd name="connsiteX4" fmla="*/ 1652883 w 2842496"/>
                <a:gd name="connsiteY4" fmla="*/ 2290019 h 2290019"/>
                <a:gd name="connsiteX5" fmla="*/ 466219 w 2842496"/>
                <a:gd name="connsiteY5" fmla="*/ 2290019 h 2290019"/>
                <a:gd name="connsiteX6" fmla="*/ 466219 w 2842496"/>
                <a:gd name="connsiteY6" fmla="*/ 933283 h 2290019"/>
                <a:gd name="connsiteX7" fmla="*/ 0 w 2842496"/>
                <a:gd name="connsiteY7" fmla="*/ 933283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2496" h="2290019">
                  <a:moveTo>
                    <a:pt x="0" y="0"/>
                  </a:moveTo>
                  <a:lnTo>
                    <a:pt x="2842496" y="0"/>
                  </a:lnTo>
                  <a:lnTo>
                    <a:pt x="2842496" y="933283"/>
                  </a:lnTo>
                  <a:lnTo>
                    <a:pt x="1652883" y="933283"/>
                  </a:lnTo>
                  <a:lnTo>
                    <a:pt x="1652883" y="2290019"/>
                  </a:lnTo>
                  <a:lnTo>
                    <a:pt x="466219" y="2290019"/>
                  </a:lnTo>
                  <a:lnTo>
                    <a:pt x="466219" y="933283"/>
                  </a:lnTo>
                  <a:lnTo>
                    <a:pt x="0" y="933283"/>
                  </a:lnTo>
                  <a:close/>
                </a:path>
              </a:pathLst>
            </a:custGeom>
            <a:solidFill>
              <a:schemeClr val="tx1">
                <a:alpha val="59000"/>
              </a:schemeClr>
            </a:solidFill>
            <a:ln w="21101"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91741CC2-D4C3-7CE5-630C-A474A3BCF03E}"/>
                </a:ext>
              </a:extLst>
            </p:cNvPr>
            <p:cNvSpPr/>
            <p:nvPr/>
          </p:nvSpPr>
          <p:spPr>
            <a:xfrm>
              <a:off x="3436386" y="4567982"/>
              <a:ext cx="4579916" cy="2290019"/>
            </a:xfrm>
            <a:custGeom>
              <a:avLst/>
              <a:gdLst>
                <a:gd name="connsiteX0" fmla="*/ 425750 w 4579916"/>
                <a:gd name="connsiteY0" fmla="*/ 0 h 2290019"/>
                <a:gd name="connsiteX1" fmla="*/ 1562793 w 4579916"/>
                <a:gd name="connsiteY1" fmla="*/ 0 h 2290019"/>
                <a:gd name="connsiteX2" fmla="*/ 2329690 w 4579916"/>
                <a:gd name="connsiteY2" fmla="*/ 1836583 h 2290019"/>
                <a:gd name="connsiteX3" fmla="*/ 3096587 w 4579916"/>
                <a:gd name="connsiteY3" fmla="*/ 0 h 2290019"/>
                <a:gd name="connsiteX4" fmla="*/ 4228140 w 4579916"/>
                <a:gd name="connsiteY4" fmla="*/ 0 h 2290019"/>
                <a:gd name="connsiteX5" fmla="*/ 4564925 w 4579916"/>
                <a:gd name="connsiteY5" fmla="*/ 1809345 h 2290019"/>
                <a:gd name="connsiteX6" fmla="*/ 4579916 w 4579916"/>
                <a:gd name="connsiteY6" fmla="*/ 1890426 h 2290019"/>
                <a:gd name="connsiteX7" fmla="*/ 4579916 w 4579916"/>
                <a:gd name="connsiteY7" fmla="*/ 2290019 h 2290019"/>
                <a:gd name="connsiteX8" fmla="*/ 3525261 w 4579916"/>
                <a:gd name="connsiteY8" fmla="*/ 2290019 h 2290019"/>
                <a:gd name="connsiteX9" fmla="*/ 3442451 w 4579916"/>
                <a:gd name="connsiteY9" fmla="*/ 1843974 h 2290019"/>
                <a:gd name="connsiteX10" fmla="*/ 3247851 w 4579916"/>
                <a:gd name="connsiteY10" fmla="*/ 2290019 h 2290019"/>
                <a:gd name="connsiteX11" fmla="*/ 1408280 w 4579916"/>
                <a:gd name="connsiteY11" fmla="*/ 2290019 h 2290019"/>
                <a:gd name="connsiteX12" fmla="*/ 1212706 w 4579916"/>
                <a:gd name="connsiteY12" fmla="*/ 1843974 h 2290019"/>
                <a:gd name="connsiteX13" fmla="*/ 1129313 w 4579916"/>
                <a:gd name="connsiteY13" fmla="*/ 2290019 h 2290019"/>
                <a:gd name="connsiteX14" fmla="*/ 0 w 4579916"/>
                <a:gd name="connsiteY14" fmla="*/ 2290019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79916" h="2290019">
                  <a:moveTo>
                    <a:pt x="425750" y="0"/>
                  </a:moveTo>
                  <a:lnTo>
                    <a:pt x="1562793" y="0"/>
                  </a:lnTo>
                  <a:lnTo>
                    <a:pt x="2329690" y="1836583"/>
                  </a:lnTo>
                  <a:lnTo>
                    <a:pt x="3096587" y="0"/>
                  </a:lnTo>
                  <a:lnTo>
                    <a:pt x="4228140" y="0"/>
                  </a:lnTo>
                  <a:lnTo>
                    <a:pt x="4564925" y="1809345"/>
                  </a:lnTo>
                  <a:lnTo>
                    <a:pt x="4579916" y="1890426"/>
                  </a:lnTo>
                  <a:lnTo>
                    <a:pt x="4579916" y="2290019"/>
                  </a:lnTo>
                  <a:lnTo>
                    <a:pt x="3525261" y="2290019"/>
                  </a:lnTo>
                  <a:lnTo>
                    <a:pt x="3442451" y="1843974"/>
                  </a:lnTo>
                  <a:lnTo>
                    <a:pt x="3247851" y="2290019"/>
                  </a:lnTo>
                  <a:lnTo>
                    <a:pt x="1408280" y="2290019"/>
                  </a:lnTo>
                  <a:lnTo>
                    <a:pt x="1212706" y="1843974"/>
                  </a:lnTo>
                  <a:lnTo>
                    <a:pt x="1129313" y="2290019"/>
                  </a:lnTo>
                  <a:lnTo>
                    <a:pt x="0" y="2290019"/>
                  </a:lnTo>
                  <a:close/>
                </a:path>
              </a:pathLst>
            </a:custGeom>
            <a:solidFill>
              <a:schemeClr val="tx1">
                <a:alpha val="59000"/>
              </a:schemeClr>
            </a:solidFill>
            <a:ln w="21101" cap="flat">
              <a:noFill/>
              <a:prstDash val="solid"/>
              <a:miter/>
            </a:ln>
          </p:spPr>
          <p:txBody>
            <a:bodyPr rtlCol="0" anchor="ctr"/>
            <a:lstStyle/>
            <a:p>
              <a:endParaRPr lang="en-GB"/>
            </a:p>
          </p:txBody>
        </p:sp>
      </p:grpSp>
      <p:pic>
        <p:nvPicPr>
          <p:cNvPr id="39" name="Graphic 38">
            <a:extLst>
              <a:ext uri="{FF2B5EF4-FFF2-40B4-BE49-F238E27FC236}">
                <a16:creationId xmlns:a16="http://schemas.microsoft.com/office/drawing/2014/main" id="{AB82C41B-5C95-3414-E193-F79F47EAAD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798" y="6118859"/>
            <a:ext cx="983672" cy="573779"/>
          </a:xfrm>
          <a:prstGeom prst="rect">
            <a:avLst/>
          </a:prstGeom>
        </p:spPr>
      </p:pic>
      <p:sp>
        <p:nvSpPr>
          <p:cNvPr id="3" name="Title 1">
            <a:extLst>
              <a:ext uri="{FF2B5EF4-FFF2-40B4-BE49-F238E27FC236}">
                <a16:creationId xmlns:a16="http://schemas.microsoft.com/office/drawing/2014/main" id="{6AECBC0C-EA2E-5A1F-9C2A-4F81259D224E}"/>
              </a:ext>
            </a:extLst>
          </p:cNvPr>
          <p:cNvSpPr>
            <a:spLocks noGrp="1"/>
          </p:cNvSpPr>
          <p:nvPr>
            <p:ph type="ctrTitle" hasCustomPrompt="1"/>
          </p:nvPr>
        </p:nvSpPr>
        <p:spPr>
          <a:xfrm>
            <a:off x="685800" y="1071272"/>
            <a:ext cx="8054975" cy="1531200"/>
          </a:xfrm>
        </p:spPr>
        <p:txBody>
          <a:bodyPr lIns="0" anchor="b">
            <a:normAutofit/>
          </a:bodyPr>
          <a:lstStyle>
            <a:lvl1pPr algn="l">
              <a:defRPr sz="4000" cap="all" baseline="0">
                <a:solidFill>
                  <a:schemeClr val="tx1"/>
                </a:solidFill>
              </a:defRPr>
            </a:lvl1pPr>
          </a:lstStyle>
          <a:p>
            <a:r>
              <a:rPr lang="en-US"/>
              <a:t>CLICK TO EDIT MASTER TITLE STYLE</a:t>
            </a:r>
            <a:endParaRPr lang="en-GB"/>
          </a:p>
        </p:txBody>
      </p:sp>
      <p:sp>
        <p:nvSpPr>
          <p:cNvPr id="5" name="Subtitle 2">
            <a:extLst>
              <a:ext uri="{FF2B5EF4-FFF2-40B4-BE49-F238E27FC236}">
                <a16:creationId xmlns:a16="http://schemas.microsoft.com/office/drawing/2014/main" id="{EFDE34AE-FEE0-11E9-2732-4FD831D6ED77}"/>
              </a:ext>
            </a:extLst>
          </p:cNvPr>
          <p:cNvSpPr>
            <a:spLocks noGrp="1"/>
          </p:cNvSpPr>
          <p:nvPr>
            <p:ph type="subTitle" idx="1"/>
          </p:nvPr>
        </p:nvSpPr>
        <p:spPr>
          <a:xfrm>
            <a:off x="685799" y="2872468"/>
            <a:ext cx="8054975" cy="879475"/>
          </a:xfrm>
        </p:spPr>
        <p:txBody>
          <a:bodyPr lIns="0">
            <a:normAutofit/>
          </a:bodyPr>
          <a:lstStyle>
            <a:lvl1pPr marL="0" indent="0" algn="l">
              <a:buFont typeface="Arial" panose="020B060402020202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806669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 Thankyou 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47DE7D-F084-F661-F611-143E7B64163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grpSp>
        <p:nvGrpSpPr>
          <p:cNvPr id="34" name="Group 33">
            <a:extLst>
              <a:ext uri="{FF2B5EF4-FFF2-40B4-BE49-F238E27FC236}">
                <a16:creationId xmlns:a16="http://schemas.microsoft.com/office/drawing/2014/main" id="{1F91D5CE-B8B9-9028-8FE2-6F7E0F83B8FB}"/>
              </a:ext>
            </a:extLst>
          </p:cNvPr>
          <p:cNvGrpSpPr/>
          <p:nvPr/>
        </p:nvGrpSpPr>
        <p:grpSpPr>
          <a:xfrm>
            <a:off x="0" y="0"/>
            <a:ext cx="12192000" cy="6858001"/>
            <a:chOff x="0" y="0"/>
            <a:chExt cx="12192000" cy="6858001"/>
          </a:xfrm>
        </p:grpSpPr>
        <p:sp>
          <p:nvSpPr>
            <p:cNvPr id="23" name="Freeform: Shape 22">
              <a:extLst>
                <a:ext uri="{FF2B5EF4-FFF2-40B4-BE49-F238E27FC236}">
                  <a16:creationId xmlns:a16="http://schemas.microsoft.com/office/drawing/2014/main" id="{630C2619-A96B-3D1B-1426-52242E70EC2A}"/>
                </a:ext>
              </a:extLst>
            </p:cNvPr>
            <p:cNvSpPr>
              <a:spLocks/>
            </p:cNvSpPr>
            <p:nvPr userDrawn="1"/>
          </p:nvSpPr>
          <p:spPr>
            <a:xfrm>
              <a:off x="0" y="0"/>
              <a:ext cx="12192000" cy="6858000"/>
            </a:xfrm>
            <a:custGeom>
              <a:avLst/>
              <a:gdLst>
                <a:gd name="connsiteX0" fmla="*/ 6878837 w 12192000"/>
                <a:gd name="connsiteY0" fmla="*/ 6411955 h 6858000"/>
                <a:gd name="connsiteX1" fmla="*/ 6961647 w 12192000"/>
                <a:gd name="connsiteY1" fmla="*/ 6858000 h 6858000"/>
                <a:gd name="connsiteX2" fmla="*/ 6684236 w 12192000"/>
                <a:gd name="connsiteY2" fmla="*/ 6858000 h 6858000"/>
                <a:gd name="connsiteX3" fmla="*/ 4649092 w 12192000"/>
                <a:gd name="connsiteY3" fmla="*/ 6411955 h 6858000"/>
                <a:gd name="connsiteX4" fmla="*/ 4844666 w 12192000"/>
                <a:gd name="connsiteY4" fmla="*/ 6858000 h 6858000"/>
                <a:gd name="connsiteX5" fmla="*/ 4565699 w 12192000"/>
                <a:gd name="connsiteY5" fmla="*/ 6858000 h 6858000"/>
                <a:gd name="connsiteX6" fmla="*/ 11002386 w 12192000"/>
                <a:gd name="connsiteY6" fmla="*/ 5501264 h 6858000"/>
                <a:gd name="connsiteX7" fmla="*/ 12192000 w 12192000"/>
                <a:gd name="connsiteY7" fmla="*/ 5501264 h 6858000"/>
                <a:gd name="connsiteX8" fmla="*/ 12192000 w 12192000"/>
                <a:gd name="connsiteY8" fmla="*/ 6858000 h 6858000"/>
                <a:gd name="connsiteX9" fmla="*/ 11002386 w 12192000"/>
                <a:gd name="connsiteY9" fmla="*/ 6858000 h 6858000"/>
                <a:gd name="connsiteX10" fmla="*/ 0 w 12192000"/>
                <a:gd name="connsiteY10" fmla="*/ 0 h 6858000"/>
                <a:gd name="connsiteX11" fmla="*/ 12192000 w 12192000"/>
                <a:gd name="connsiteY11" fmla="*/ 0 h 6858000"/>
                <a:gd name="connsiteX12" fmla="*/ 12192000 w 12192000"/>
                <a:gd name="connsiteY12" fmla="*/ 4567981 h 6858000"/>
                <a:gd name="connsiteX13" fmla="*/ 9349503 w 12192000"/>
                <a:gd name="connsiteY13" fmla="*/ 4567981 h 6858000"/>
                <a:gd name="connsiteX14" fmla="*/ 9349503 w 12192000"/>
                <a:gd name="connsiteY14" fmla="*/ 5501264 h 6858000"/>
                <a:gd name="connsiteX15" fmla="*/ 9815722 w 12192000"/>
                <a:gd name="connsiteY15" fmla="*/ 5501264 h 6858000"/>
                <a:gd name="connsiteX16" fmla="*/ 9815722 w 12192000"/>
                <a:gd name="connsiteY16" fmla="*/ 6858000 h 6858000"/>
                <a:gd name="connsiteX17" fmla="*/ 9247940 w 12192000"/>
                <a:gd name="connsiteY17" fmla="*/ 6858000 h 6858000"/>
                <a:gd name="connsiteX18" fmla="*/ 9247940 w 12192000"/>
                <a:gd name="connsiteY18" fmla="*/ 4567981 h 6858000"/>
                <a:gd name="connsiteX19" fmla="*/ 8117865 w 12192000"/>
                <a:gd name="connsiteY19" fmla="*/ 4567981 h 6858000"/>
                <a:gd name="connsiteX20" fmla="*/ 8117865 w 12192000"/>
                <a:gd name="connsiteY20" fmla="*/ 6858000 h 6858000"/>
                <a:gd name="connsiteX21" fmla="*/ 8016302 w 12192000"/>
                <a:gd name="connsiteY21" fmla="*/ 6858000 h 6858000"/>
                <a:gd name="connsiteX22" fmla="*/ 8016302 w 12192000"/>
                <a:gd name="connsiteY22" fmla="*/ 6458407 h 6858000"/>
                <a:gd name="connsiteX23" fmla="*/ 8001311 w 12192000"/>
                <a:gd name="connsiteY23" fmla="*/ 6377326 h 6858000"/>
                <a:gd name="connsiteX24" fmla="*/ 7664526 w 12192000"/>
                <a:gd name="connsiteY24" fmla="*/ 4567981 h 6858000"/>
                <a:gd name="connsiteX25" fmla="*/ 6532973 w 12192000"/>
                <a:gd name="connsiteY25" fmla="*/ 4567981 h 6858000"/>
                <a:gd name="connsiteX26" fmla="*/ 5766076 w 12192000"/>
                <a:gd name="connsiteY26" fmla="*/ 6404564 h 6858000"/>
                <a:gd name="connsiteX27" fmla="*/ 4999179 w 12192000"/>
                <a:gd name="connsiteY27" fmla="*/ 4567981 h 6858000"/>
                <a:gd name="connsiteX28" fmla="*/ 3862136 w 12192000"/>
                <a:gd name="connsiteY28" fmla="*/ 4567981 h 6858000"/>
                <a:gd name="connsiteX29" fmla="*/ 343638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6878837" y="6411955"/>
                  </a:moveTo>
                  <a:lnTo>
                    <a:pt x="6961647" y="6858000"/>
                  </a:lnTo>
                  <a:lnTo>
                    <a:pt x="6684236" y="6858000"/>
                  </a:lnTo>
                  <a:close/>
                  <a:moveTo>
                    <a:pt x="4649092" y="6411955"/>
                  </a:moveTo>
                  <a:lnTo>
                    <a:pt x="4844666" y="6858000"/>
                  </a:lnTo>
                  <a:lnTo>
                    <a:pt x="4565699" y="6858000"/>
                  </a:lnTo>
                  <a:close/>
                  <a:moveTo>
                    <a:pt x="11002386" y="5501264"/>
                  </a:moveTo>
                  <a:lnTo>
                    <a:pt x="12192000" y="5501264"/>
                  </a:lnTo>
                  <a:lnTo>
                    <a:pt x="12192000" y="6858000"/>
                  </a:lnTo>
                  <a:lnTo>
                    <a:pt x="11002386" y="6858000"/>
                  </a:lnTo>
                  <a:close/>
                  <a:moveTo>
                    <a:pt x="0" y="0"/>
                  </a:moveTo>
                  <a:lnTo>
                    <a:pt x="12192000" y="0"/>
                  </a:lnTo>
                  <a:lnTo>
                    <a:pt x="12192000" y="4567981"/>
                  </a:lnTo>
                  <a:lnTo>
                    <a:pt x="9349503" y="4567981"/>
                  </a:lnTo>
                  <a:lnTo>
                    <a:pt x="9349503" y="5501264"/>
                  </a:lnTo>
                  <a:lnTo>
                    <a:pt x="9815722" y="5501264"/>
                  </a:lnTo>
                  <a:lnTo>
                    <a:pt x="9815722" y="6858000"/>
                  </a:lnTo>
                  <a:lnTo>
                    <a:pt x="9247940" y="6858000"/>
                  </a:lnTo>
                  <a:lnTo>
                    <a:pt x="9247940" y="4567981"/>
                  </a:lnTo>
                  <a:lnTo>
                    <a:pt x="8117865" y="4567981"/>
                  </a:lnTo>
                  <a:lnTo>
                    <a:pt x="8117865" y="6858000"/>
                  </a:lnTo>
                  <a:lnTo>
                    <a:pt x="8016302" y="6858000"/>
                  </a:lnTo>
                  <a:lnTo>
                    <a:pt x="8016302" y="6458407"/>
                  </a:lnTo>
                  <a:lnTo>
                    <a:pt x="8001311" y="6377326"/>
                  </a:lnTo>
                  <a:lnTo>
                    <a:pt x="7664526" y="4567981"/>
                  </a:lnTo>
                  <a:lnTo>
                    <a:pt x="6532973" y="4567981"/>
                  </a:lnTo>
                  <a:lnTo>
                    <a:pt x="5766076" y="6404564"/>
                  </a:lnTo>
                  <a:lnTo>
                    <a:pt x="4999179" y="4567981"/>
                  </a:lnTo>
                  <a:lnTo>
                    <a:pt x="3862136" y="4567981"/>
                  </a:lnTo>
                  <a:lnTo>
                    <a:pt x="3436386" y="6858000"/>
                  </a:lnTo>
                  <a:lnTo>
                    <a:pt x="0" y="6858000"/>
                  </a:lnTo>
                  <a:close/>
                </a:path>
              </a:pathLst>
            </a:custGeom>
            <a:gradFill flip="none" rotWithShape="1">
              <a:gsLst>
                <a:gs pos="64000">
                  <a:schemeClr val="bg1">
                    <a:alpha val="95000"/>
                  </a:schemeClr>
                </a:gs>
                <a:gs pos="0">
                  <a:schemeClr val="bg1">
                    <a:alpha val="57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8" name="Freeform: Shape 27">
              <a:extLst>
                <a:ext uri="{FF2B5EF4-FFF2-40B4-BE49-F238E27FC236}">
                  <a16:creationId xmlns:a16="http://schemas.microsoft.com/office/drawing/2014/main" id="{3CA314E3-81DC-7254-19F8-C5AE864393DB}"/>
                </a:ext>
              </a:extLst>
            </p:cNvPr>
            <p:cNvSpPr/>
            <p:nvPr userDrawn="1"/>
          </p:nvSpPr>
          <p:spPr>
            <a:xfrm>
              <a:off x="8117865" y="4567981"/>
              <a:ext cx="1130075" cy="2290018"/>
            </a:xfrm>
            <a:custGeom>
              <a:avLst/>
              <a:gdLst>
                <a:gd name="connsiteX0" fmla="*/ 0 w 1130075"/>
                <a:gd name="connsiteY0" fmla="*/ 0 h 2290018"/>
                <a:gd name="connsiteX1" fmla="*/ 1130075 w 1130075"/>
                <a:gd name="connsiteY1" fmla="*/ 0 h 2290018"/>
                <a:gd name="connsiteX2" fmla="*/ 1130075 w 1130075"/>
                <a:gd name="connsiteY2" fmla="*/ 2290018 h 2290018"/>
                <a:gd name="connsiteX3" fmla="*/ 0 w 1130075"/>
                <a:gd name="connsiteY3" fmla="*/ 2290018 h 2290018"/>
              </a:gdLst>
              <a:ahLst/>
              <a:cxnLst>
                <a:cxn ang="0">
                  <a:pos x="connsiteX0" y="connsiteY0"/>
                </a:cxn>
                <a:cxn ang="0">
                  <a:pos x="connsiteX1" y="connsiteY1"/>
                </a:cxn>
                <a:cxn ang="0">
                  <a:pos x="connsiteX2" y="connsiteY2"/>
                </a:cxn>
                <a:cxn ang="0">
                  <a:pos x="connsiteX3" y="connsiteY3"/>
                </a:cxn>
              </a:cxnLst>
              <a:rect l="l" t="t" r="r" b="b"/>
              <a:pathLst>
                <a:path w="1130075" h="2290018">
                  <a:moveTo>
                    <a:pt x="0" y="0"/>
                  </a:moveTo>
                  <a:lnTo>
                    <a:pt x="1130075" y="0"/>
                  </a:lnTo>
                  <a:lnTo>
                    <a:pt x="1130075" y="2290018"/>
                  </a:lnTo>
                  <a:lnTo>
                    <a:pt x="0" y="2290018"/>
                  </a:lnTo>
                  <a:close/>
                </a:path>
              </a:pathLst>
            </a:custGeom>
            <a:solidFill>
              <a:schemeClr val="tx1">
                <a:lumMod val="50000"/>
                <a:alpha val="52000"/>
              </a:schemeClr>
            </a:solidFill>
            <a:ln w="21101"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30960103-0275-F750-D44C-45A2222F87B3}"/>
                </a:ext>
              </a:extLst>
            </p:cNvPr>
            <p:cNvSpPr/>
            <p:nvPr userDrawn="1"/>
          </p:nvSpPr>
          <p:spPr>
            <a:xfrm>
              <a:off x="9349503" y="4567982"/>
              <a:ext cx="2842496" cy="2290019"/>
            </a:xfrm>
            <a:custGeom>
              <a:avLst/>
              <a:gdLst>
                <a:gd name="connsiteX0" fmla="*/ 0 w 2842496"/>
                <a:gd name="connsiteY0" fmla="*/ 0 h 2290019"/>
                <a:gd name="connsiteX1" fmla="*/ 2842496 w 2842496"/>
                <a:gd name="connsiteY1" fmla="*/ 0 h 2290019"/>
                <a:gd name="connsiteX2" fmla="*/ 2842496 w 2842496"/>
                <a:gd name="connsiteY2" fmla="*/ 933283 h 2290019"/>
                <a:gd name="connsiteX3" fmla="*/ 1652883 w 2842496"/>
                <a:gd name="connsiteY3" fmla="*/ 933283 h 2290019"/>
                <a:gd name="connsiteX4" fmla="*/ 1652883 w 2842496"/>
                <a:gd name="connsiteY4" fmla="*/ 2290019 h 2290019"/>
                <a:gd name="connsiteX5" fmla="*/ 466219 w 2842496"/>
                <a:gd name="connsiteY5" fmla="*/ 2290019 h 2290019"/>
                <a:gd name="connsiteX6" fmla="*/ 466219 w 2842496"/>
                <a:gd name="connsiteY6" fmla="*/ 933283 h 2290019"/>
                <a:gd name="connsiteX7" fmla="*/ 0 w 2842496"/>
                <a:gd name="connsiteY7" fmla="*/ 933283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2496" h="2290019">
                  <a:moveTo>
                    <a:pt x="0" y="0"/>
                  </a:moveTo>
                  <a:lnTo>
                    <a:pt x="2842496" y="0"/>
                  </a:lnTo>
                  <a:lnTo>
                    <a:pt x="2842496" y="933283"/>
                  </a:lnTo>
                  <a:lnTo>
                    <a:pt x="1652883" y="933283"/>
                  </a:lnTo>
                  <a:lnTo>
                    <a:pt x="1652883" y="2290019"/>
                  </a:lnTo>
                  <a:lnTo>
                    <a:pt x="466219" y="2290019"/>
                  </a:lnTo>
                  <a:lnTo>
                    <a:pt x="466219" y="933283"/>
                  </a:lnTo>
                  <a:lnTo>
                    <a:pt x="0" y="933283"/>
                  </a:lnTo>
                  <a:close/>
                </a:path>
              </a:pathLst>
            </a:custGeom>
            <a:solidFill>
              <a:schemeClr val="tx1">
                <a:lumMod val="50000"/>
                <a:alpha val="52000"/>
              </a:schemeClr>
            </a:solidFill>
            <a:ln w="21101"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91741CC2-D4C3-7CE5-630C-A474A3BCF03E}"/>
                </a:ext>
              </a:extLst>
            </p:cNvPr>
            <p:cNvSpPr/>
            <p:nvPr/>
          </p:nvSpPr>
          <p:spPr>
            <a:xfrm>
              <a:off x="3436386" y="4567982"/>
              <a:ext cx="4579916" cy="2290019"/>
            </a:xfrm>
            <a:custGeom>
              <a:avLst/>
              <a:gdLst>
                <a:gd name="connsiteX0" fmla="*/ 425750 w 4579916"/>
                <a:gd name="connsiteY0" fmla="*/ 0 h 2290019"/>
                <a:gd name="connsiteX1" fmla="*/ 1562793 w 4579916"/>
                <a:gd name="connsiteY1" fmla="*/ 0 h 2290019"/>
                <a:gd name="connsiteX2" fmla="*/ 2329690 w 4579916"/>
                <a:gd name="connsiteY2" fmla="*/ 1836583 h 2290019"/>
                <a:gd name="connsiteX3" fmla="*/ 3096587 w 4579916"/>
                <a:gd name="connsiteY3" fmla="*/ 0 h 2290019"/>
                <a:gd name="connsiteX4" fmla="*/ 4228140 w 4579916"/>
                <a:gd name="connsiteY4" fmla="*/ 0 h 2290019"/>
                <a:gd name="connsiteX5" fmla="*/ 4564925 w 4579916"/>
                <a:gd name="connsiteY5" fmla="*/ 1809345 h 2290019"/>
                <a:gd name="connsiteX6" fmla="*/ 4579916 w 4579916"/>
                <a:gd name="connsiteY6" fmla="*/ 1890426 h 2290019"/>
                <a:gd name="connsiteX7" fmla="*/ 4579916 w 4579916"/>
                <a:gd name="connsiteY7" fmla="*/ 2290019 h 2290019"/>
                <a:gd name="connsiteX8" fmla="*/ 3525261 w 4579916"/>
                <a:gd name="connsiteY8" fmla="*/ 2290019 h 2290019"/>
                <a:gd name="connsiteX9" fmla="*/ 3442451 w 4579916"/>
                <a:gd name="connsiteY9" fmla="*/ 1843974 h 2290019"/>
                <a:gd name="connsiteX10" fmla="*/ 3247851 w 4579916"/>
                <a:gd name="connsiteY10" fmla="*/ 2290019 h 2290019"/>
                <a:gd name="connsiteX11" fmla="*/ 1408280 w 4579916"/>
                <a:gd name="connsiteY11" fmla="*/ 2290019 h 2290019"/>
                <a:gd name="connsiteX12" fmla="*/ 1212706 w 4579916"/>
                <a:gd name="connsiteY12" fmla="*/ 1843974 h 2290019"/>
                <a:gd name="connsiteX13" fmla="*/ 1129313 w 4579916"/>
                <a:gd name="connsiteY13" fmla="*/ 2290019 h 2290019"/>
                <a:gd name="connsiteX14" fmla="*/ 0 w 4579916"/>
                <a:gd name="connsiteY14" fmla="*/ 2290019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79916" h="2290019">
                  <a:moveTo>
                    <a:pt x="425750" y="0"/>
                  </a:moveTo>
                  <a:lnTo>
                    <a:pt x="1562793" y="0"/>
                  </a:lnTo>
                  <a:lnTo>
                    <a:pt x="2329690" y="1836583"/>
                  </a:lnTo>
                  <a:lnTo>
                    <a:pt x="3096587" y="0"/>
                  </a:lnTo>
                  <a:lnTo>
                    <a:pt x="4228140" y="0"/>
                  </a:lnTo>
                  <a:lnTo>
                    <a:pt x="4564925" y="1809345"/>
                  </a:lnTo>
                  <a:lnTo>
                    <a:pt x="4579916" y="1890426"/>
                  </a:lnTo>
                  <a:lnTo>
                    <a:pt x="4579916" y="2290019"/>
                  </a:lnTo>
                  <a:lnTo>
                    <a:pt x="3525261" y="2290019"/>
                  </a:lnTo>
                  <a:lnTo>
                    <a:pt x="3442451" y="1843974"/>
                  </a:lnTo>
                  <a:lnTo>
                    <a:pt x="3247851" y="2290019"/>
                  </a:lnTo>
                  <a:lnTo>
                    <a:pt x="1408280" y="2290019"/>
                  </a:lnTo>
                  <a:lnTo>
                    <a:pt x="1212706" y="1843974"/>
                  </a:lnTo>
                  <a:lnTo>
                    <a:pt x="1129313" y="2290019"/>
                  </a:lnTo>
                  <a:lnTo>
                    <a:pt x="0" y="2290019"/>
                  </a:lnTo>
                  <a:close/>
                </a:path>
              </a:pathLst>
            </a:custGeom>
            <a:solidFill>
              <a:schemeClr val="tx1">
                <a:lumMod val="50000"/>
                <a:alpha val="52000"/>
              </a:schemeClr>
            </a:solidFill>
            <a:ln w="21101" cap="flat">
              <a:noFill/>
              <a:prstDash val="solid"/>
              <a:miter/>
            </a:ln>
          </p:spPr>
          <p:txBody>
            <a:bodyPr rtlCol="0" anchor="ctr"/>
            <a:lstStyle/>
            <a:p>
              <a:endParaRPr lang="en-GB"/>
            </a:p>
          </p:txBody>
        </p:sp>
      </p:grpSp>
      <p:pic>
        <p:nvPicPr>
          <p:cNvPr id="39" name="Graphic 38">
            <a:extLst>
              <a:ext uri="{FF2B5EF4-FFF2-40B4-BE49-F238E27FC236}">
                <a16:creationId xmlns:a16="http://schemas.microsoft.com/office/drawing/2014/main" id="{AB82C41B-5C95-3414-E193-F79F47EAAD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798" y="6118859"/>
            <a:ext cx="983672" cy="573779"/>
          </a:xfrm>
          <a:prstGeom prst="rect">
            <a:avLst/>
          </a:prstGeom>
        </p:spPr>
      </p:pic>
      <p:sp>
        <p:nvSpPr>
          <p:cNvPr id="2" name="Title 1">
            <a:extLst>
              <a:ext uri="{FF2B5EF4-FFF2-40B4-BE49-F238E27FC236}">
                <a16:creationId xmlns:a16="http://schemas.microsoft.com/office/drawing/2014/main" id="{601A0210-4B5E-74B2-1F4F-045CDE01C4BD}"/>
              </a:ext>
            </a:extLst>
          </p:cNvPr>
          <p:cNvSpPr>
            <a:spLocks noGrp="1"/>
          </p:cNvSpPr>
          <p:nvPr>
            <p:ph type="ctrTitle" hasCustomPrompt="1"/>
          </p:nvPr>
        </p:nvSpPr>
        <p:spPr>
          <a:xfrm>
            <a:off x="685800" y="1071272"/>
            <a:ext cx="8054975" cy="1531200"/>
          </a:xfrm>
        </p:spPr>
        <p:txBody>
          <a:bodyPr lIns="0" anchor="b">
            <a:normAutofit/>
          </a:bodyPr>
          <a:lstStyle>
            <a:lvl1pPr algn="l">
              <a:defRPr sz="4000" cap="all" baseline="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5D72E9D6-B71D-4B67-1D85-441DF8E2F0C3}"/>
              </a:ext>
            </a:extLst>
          </p:cNvPr>
          <p:cNvSpPr>
            <a:spLocks noGrp="1"/>
          </p:cNvSpPr>
          <p:nvPr>
            <p:ph type="subTitle" idx="1"/>
          </p:nvPr>
        </p:nvSpPr>
        <p:spPr>
          <a:xfrm>
            <a:off x="685799" y="2872468"/>
            <a:ext cx="8054975" cy="879475"/>
          </a:xfrm>
        </p:spPr>
        <p:txBody>
          <a:bodyPr lIns="0">
            <a:normAutofit/>
          </a:bodyPr>
          <a:lstStyle>
            <a:lvl1pPr marL="0" indent="0" algn="l">
              <a:buFont typeface="Arial" panose="020B060402020202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70408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Thankyou 4">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47DE7D-F084-F661-F611-143E7B641637}"/>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flipH="1">
            <a:off x="0" y="0"/>
            <a:ext cx="12192000" cy="6858000"/>
          </a:xfrm>
          <a:prstGeom prst="rect">
            <a:avLst/>
          </a:prstGeom>
        </p:spPr>
      </p:pic>
      <p:grpSp>
        <p:nvGrpSpPr>
          <p:cNvPr id="34" name="Group 33">
            <a:extLst>
              <a:ext uri="{FF2B5EF4-FFF2-40B4-BE49-F238E27FC236}">
                <a16:creationId xmlns:a16="http://schemas.microsoft.com/office/drawing/2014/main" id="{1F91D5CE-B8B9-9028-8FE2-6F7E0F83B8FB}"/>
              </a:ext>
            </a:extLst>
          </p:cNvPr>
          <p:cNvGrpSpPr/>
          <p:nvPr/>
        </p:nvGrpSpPr>
        <p:grpSpPr>
          <a:xfrm>
            <a:off x="0" y="0"/>
            <a:ext cx="12192000" cy="6858001"/>
            <a:chOff x="0" y="0"/>
            <a:chExt cx="12192000" cy="6858001"/>
          </a:xfrm>
        </p:grpSpPr>
        <p:sp>
          <p:nvSpPr>
            <p:cNvPr id="23" name="Freeform: Shape 22">
              <a:extLst>
                <a:ext uri="{FF2B5EF4-FFF2-40B4-BE49-F238E27FC236}">
                  <a16:creationId xmlns:a16="http://schemas.microsoft.com/office/drawing/2014/main" id="{630C2619-A96B-3D1B-1426-52242E70EC2A}"/>
                </a:ext>
              </a:extLst>
            </p:cNvPr>
            <p:cNvSpPr>
              <a:spLocks/>
            </p:cNvSpPr>
            <p:nvPr userDrawn="1"/>
          </p:nvSpPr>
          <p:spPr>
            <a:xfrm>
              <a:off x="0" y="0"/>
              <a:ext cx="12192000" cy="6858000"/>
            </a:xfrm>
            <a:custGeom>
              <a:avLst/>
              <a:gdLst>
                <a:gd name="connsiteX0" fmla="*/ 6878837 w 12192000"/>
                <a:gd name="connsiteY0" fmla="*/ 6411955 h 6858000"/>
                <a:gd name="connsiteX1" fmla="*/ 6961647 w 12192000"/>
                <a:gd name="connsiteY1" fmla="*/ 6858000 h 6858000"/>
                <a:gd name="connsiteX2" fmla="*/ 6684236 w 12192000"/>
                <a:gd name="connsiteY2" fmla="*/ 6858000 h 6858000"/>
                <a:gd name="connsiteX3" fmla="*/ 4649092 w 12192000"/>
                <a:gd name="connsiteY3" fmla="*/ 6411955 h 6858000"/>
                <a:gd name="connsiteX4" fmla="*/ 4844666 w 12192000"/>
                <a:gd name="connsiteY4" fmla="*/ 6858000 h 6858000"/>
                <a:gd name="connsiteX5" fmla="*/ 4565699 w 12192000"/>
                <a:gd name="connsiteY5" fmla="*/ 6858000 h 6858000"/>
                <a:gd name="connsiteX6" fmla="*/ 11002386 w 12192000"/>
                <a:gd name="connsiteY6" fmla="*/ 5501264 h 6858000"/>
                <a:gd name="connsiteX7" fmla="*/ 12192000 w 12192000"/>
                <a:gd name="connsiteY7" fmla="*/ 5501264 h 6858000"/>
                <a:gd name="connsiteX8" fmla="*/ 12192000 w 12192000"/>
                <a:gd name="connsiteY8" fmla="*/ 6858000 h 6858000"/>
                <a:gd name="connsiteX9" fmla="*/ 11002386 w 12192000"/>
                <a:gd name="connsiteY9" fmla="*/ 6858000 h 6858000"/>
                <a:gd name="connsiteX10" fmla="*/ 0 w 12192000"/>
                <a:gd name="connsiteY10" fmla="*/ 0 h 6858000"/>
                <a:gd name="connsiteX11" fmla="*/ 12192000 w 12192000"/>
                <a:gd name="connsiteY11" fmla="*/ 0 h 6858000"/>
                <a:gd name="connsiteX12" fmla="*/ 12192000 w 12192000"/>
                <a:gd name="connsiteY12" fmla="*/ 4567981 h 6858000"/>
                <a:gd name="connsiteX13" fmla="*/ 9349503 w 12192000"/>
                <a:gd name="connsiteY13" fmla="*/ 4567981 h 6858000"/>
                <a:gd name="connsiteX14" fmla="*/ 9349503 w 12192000"/>
                <a:gd name="connsiteY14" fmla="*/ 5501264 h 6858000"/>
                <a:gd name="connsiteX15" fmla="*/ 9815722 w 12192000"/>
                <a:gd name="connsiteY15" fmla="*/ 5501264 h 6858000"/>
                <a:gd name="connsiteX16" fmla="*/ 9815722 w 12192000"/>
                <a:gd name="connsiteY16" fmla="*/ 6858000 h 6858000"/>
                <a:gd name="connsiteX17" fmla="*/ 9247940 w 12192000"/>
                <a:gd name="connsiteY17" fmla="*/ 6858000 h 6858000"/>
                <a:gd name="connsiteX18" fmla="*/ 9247940 w 12192000"/>
                <a:gd name="connsiteY18" fmla="*/ 4567981 h 6858000"/>
                <a:gd name="connsiteX19" fmla="*/ 8117865 w 12192000"/>
                <a:gd name="connsiteY19" fmla="*/ 4567981 h 6858000"/>
                <a:gd name="connsiteX20" fmla="*/ 8117865 w 12192000"/>
                <a:gd name="connsiteY20" fmla="*/ 6858000 h 6858000"/>
                <a:gd name="connsiteX21" fmla="*/ 8016302 w 12192000"/>
                <a:gd name="connsiteY21" fmla="*/ 6858000 h 6858000"/>
                <a:gd name="connsiteX22" fmla="*/ 8016302 w 12192000"/>
                <a:gd name="connsiteY22" fmla="*/ 6458407 h 6858000"/>
                <a:gd name="connsiteX23" fmla="*/ 8001311 w 12192000"/>
                <a:gd name="connsiteY23" fmla="*/ 6377326 h 6858000"/>
                <a:gd name="connsiteX24" fmla="*/ 7664526 w 12192000"/>
                <a:gd name="connsiteY24" fmla="*/ 4567981 h 6858000"/>
                <a:gd name="connsiteX25" fmla="*/ 6532973 w 12192000"/>
                <a:gd name="connsiteY25" fmla="*/ 4567981 h 6858000"/>
                <a:gd name="connsiteX26" fmla="*/ 5766076 w 12192000"/>
                <a:gd name="connsiteY26" fmla="*/ 6404564 h 6858000"/>
                <a:gd name="connsiteX27" fmla="*/ 4999179 w 12192000"/>
                <a:gd name="connsiteY27" fmla="*/ 4567981 h 6858000"/>
                <a:gd name="connsiteX28" fmla="*/ 3862136 w 12192000"/>
                <a:gd name="connsiteY28" fmla="*/ 4567981 h 6858000"/>
                <a:gd name="connsiteX29" fmla="*/ 343638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6878837" y="6411955"/>
                  </a:moveTo>
                  <a:lnTo>
                    <a:pt x="6961647" y="6858000"/>
                  </a:lnTo>
                  <a:lnTo>
                    <a:pt x="6684236" y="6858000"/>
                  </a:lnTo>
                  <a:close/>
                  <a:moveTo>
                    <a:pt x="4649092" y="6411955"/>
                  </a:moveTo>
                  <a:lnTo>
                    <a:pt x="4844666" y="6858000"/>
                  </a:lnTo>
                  <a:lnTo>
                    <a:pt x="4565699" y="6858000"/>
                  </a:lnTo>
                  <a:close/>
                  <a:moveTo>
                    <a:pt x="11002386" y="5501264"/>
                  </a:moveTo>
                  <a:lnTo>
                    <a:pt x="12192000" y="5501264"/>
                  </a:lnTo>
                  <a:lnTo>
                    <a:pt x="12192000" y="6858000"/>
                  </a:lnTo>
                  <a:lnTo>
                    <a:pt x="11002386" y="6858000"/>
                  </a:lnTo>
                  <a:close/>
                  <a:moveTo>
                    <a:pt x="0" y="0"/>
                  </a:moveTo>
                  <a:lnTo>
                    <a:pt x="12192000" y="0"/>
                  </a:lnTo>
                  <a:lnTo>
                    <a:pt x="12192000" y="4567981"/>
                  </a:lnTo>
                  <a:lnTo>
                    <a:pt x="9349503" y="4567981"/>
                  </a:lnTo>
                  <a:lnTo>
                    <a:pt x="9349503" y="5501264"/>
                  </a:lnTo>
                  <a:lnTo>
                    <a:pt x="9815722" y="5501264"/>
                  </a:lnTo>
                  <a:lnTo>
                    <a:pt x="9815722" y="6858000"/>
                  </a:lnTo>
                  <a:lnTo>
                    <a:pt x="9247940" y="6858000"/>
                  </a:lnTo>
                  <a:lnTo>
                    <a:pt x="9247940" y="4567981"/>
                  </a:lnTo>
                  <a:lnTo>
                    <a:pt x="8117865" y="4567981"/>
                  </a:lnTo>
                  <a:lnTo>
                    <a:pt x="8117865" y="6858000"/>
                  </a:lnTo>
                  <a:lnTo>
                    <a:pt x="8016302" y="6858000"/>
                  </a:lnTo>
                  <a:lnTo>
                    <a:pt x="8016302" y="6458407"/>
                  </a:lnTo>
                  <a:lnTo>
                    <a:pt x="8001311" y="6377326"/>
                  </a:lnTo>
                  <a:lnTo>
                    <a:pt x="7664526" y="4567981"/>
                  </a:lnTo>
                  <a:lnTo>
                    <a:pt x="6532973" y="4567981"/>
                  </a:lnTo>
                  <a:lnTo>
                    <a:pt x="5766076" y="6404564"/>
                  </a:lnTo>
                  <a:lnTo>
                    <a:pt x="4999179" y="4567981"/>
                  </a:lnTo>
                  <a:lnTo>
                    <a:pt x="3862136" y="4567981"/>
                  </a:lnTo>
                  <a:lnTo>
                    <a:pt x="3436386" y="6858000"/>
                  </a:lnTo>
                  <a:lnTo>
                    <a:pt x="0" y="6858000"/>
                  </a:lnTo>
                  <a:close/>
                </a:path>
              </a:pathLst>
            </a:custGeom>
            <a:gradFill flip="none" rotWithShape="1">
              <a:gsLst>
                <a:gs pos="64000">
                  <a:schemeClr val="bg1">
                    <a:alpha val="95000"/>
                  </a:schemeClr>
                </a:gs>
                <a:gs pos="0">
                  <a:schemeClr val="bg1">
                    <a:alpha val="57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8" name="Freeform: Shape 27">
              <a:extLst>
                <a:ext uri="{FF2B5EF4-FFF2-40B4-BE49-F238E27FC236}">
                  <a16:creationId xmlns:a16="http://schemas.microsoft.com/office/drawing/2014/main" id="{3CA314E3-81DC-7254-19F8-C5AE864393DB}"/>
                </a:ext>
              </a:extLst>
            </p:cNvPr>
            <p:cNvSpPr/>
            <p:nvPr userDrawn="1"/>
          </p:nvSpPr>
          <p:spPr>
            <a:xfrm>
              <a:off x="8117865" y="4567981"/>
              <a:ext cx="1130075" cy="2290018"/>
            </a:xfrm>
            <a:custGeom>
              <a:avLst/>
              <a:gdLst>
                <a:gd name="connsiteX0" fmla="*/ 0 w 1130075"/>
                <a:gd name="connsiteY0" fmla="*/ 0 h 2290018"/>
                <a:gd name="connsiteX1" fmla="*/ 1130075 w 1130075"/>
                <a:gd name="connsiteY1" fmla="*/ 0 h 2290018"/>
                <a:gd name="connsiteX2" fmla="*/ 1130075 w 1130075"/>
                <a:gd name="connsiteY2" fmla="*/ 2290018 h 2290018"/>
                <a:gd name="connsiteX3" fmla="*/ 0 w 1130075"/>
                <a:gd name="connsiteY3" fmla="*/ 2290018 h 2290018"/>
              </a:gdLst>
              <a:ahLst/>
              <a:cxnLst>
                <a:cxn ang="0">
                  <a:pos x="connsiteX0" y="connsiteY0"/>
                </a:cxn>
                <a:cxn ang="0">
                  <a:pos x="connsiteX1" y="connsiteY1"/>
                </a:cxn>
                <a:cxn ang="0">
                  <a:pos x="connsiteX2" y="connsiteY2"/>
                </a:cxn>
                <a:cxn ang="0">
                  <a:pos x="connsiteX3" y="connsiteY3"/>
                </a:cxn>
              </a:cxnLst>
              <a:rect l="l" t="t" r="r" b="b"/>
              <a:pathLst>
                <a:path w="1130075" h="2290018">
                  <a:moveTo>
                    <a:pt x="0" y="0"/>
                  </a:moveTo>
                  <a:lnTo>
                    <a:pt x="1130075" y="0"/>
                  </a:lnTo>
                  <a:lnTo>
                    <a:pt x="1130075" y="2290018"/>
                  </a:lnTo>
                  <a:lnTo>
                    <a:pt x="0" y="2290018"/>
                  </a:lnTo>
                  <a:close/>
                </a:path>
              </a:pathLst>
            </a:custGeom>
            <a:solidFill>
              <a:schemeClr val="tx1">
                <a:lumMod val="50000"/>
                <a:alpha val="52000"/>
              </a:schemeClr>
            </a:solidFill>
            <a:ln w="21101"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30960103-0275-F750-D44C-45A2222F87B3}"/>
                </a:ext>
              </a:extLst>
            </p:cNvPr>
            <p:cNvSpPr/>
            <p:nvPr userDrawn="1"/>
          </p:nvSpPr>
          <p:spPr>
            <a:xfrm>
              <a:off x="9349503" y="4567982"/>
              <a:ext cx="2842496" cy="2290019"/>
            </a:xfrm>
            <a:custGeom>
              <a:avLst/>
              <a:gdLst>
                <a:gd name="connsiteX0" fmla="*/ 0 w 2842496"/>
                <a:gd name="connsiteY0" fmla="*/ 0 h 2290019"/>
                <a:gd name="connsiteX1" fmla="*/ 2842496 w 2842496"/>
                <a:gd name="connsiteY1" fmla="*/ 0 h 2290019"/>
                <a:gd name="connsiteX2" fmla="*/ 2842496 w 2842496"/>
                <a:gd name="connsiteY2" fmla="*/ 933283 h 2290019"/>
                <a:gd name="connsiteX3" fmla="*/ 1652883 w 2842496"/>
                <a:gd name="connsiteY3" fmla="*/ 933283 h 2290019"/>
                <a:gd name="connsiteX4" fmla="*/ 1652883 w 2842496"/>
                <a:gd name="connsiteY4" fmla="*/ 2290019 h 2290019"/>
                <a:gd name="connsiteX5" fmla="*/ 466219 w 2842496"/>
                <a:gd name="connsiteY5" fmla="*/ 2290019 h 2290019"/>
                <a:gd name="connsiteX6" fmla="*/ 466219 w 2842496"/>
                <a:gd name="connsiteY6" fmla="*/ 933283 h 2290019"/>
                <a:gd name="connsiteX7" fmla="*/ 0 w 2842496"/>
                <a:gd name="connsiteY7" fmla="*/ 933283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2496" h="2290019">
                  <a:moveTo>
                    <a:pt x="0" y="0"/>
                  </a:moveTo>
                  <a:lnTo>
                    <a:pt x="2842496" y="0"/>
                  </a:lnTo>
                  <a:lnTo>
                    <a:pt x="2842496" y="933283"/>
                  </a:lnTo>
                  <a:lnTo>
                    <a:pt x="1652883" y="933283"/>
                  </a:lnTo>
                  <a:lnTo>
                    <a:pt x="1652883" y="2290019"/>
                  </a:lnTo>
                  <a:lnTo>
                    <a:pt x="466219" y="2290019"/>
                  </a:lnTo>
                  <a:lnTo>
                    <a:pt x="466219" y="933283"/>
                  </a:lnTo>
                  <a:lnTo>
                    <a:pt x="0" y="933283"/>
                  </a:lnTo>
                  <a:close/>
                </a:path>
              </a:pathLst>
            </a:custGeom>
            <a:solidFill>
              <a:schemeClr val="tx1">
                <a:lumMod val="50000"/>
                <a:alpha val="52000"/>
              </a:schemeClr>
            </a:solidFill>
            <a:ln w="21101"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91741CC2-D4C3-7CE5-630C-A474A3BCF03E}"/>
                </a:ext>
              </a:extLst>
            </p:cNvPr>
            <p:cNvSpPr/>
            <p:nvPr/>
          </p:nvSpPr>
          <p:spPr>
            <a:xfrm>
              <a:off x="3436386" y="4567982"/>
              <a:ext cx="4579916" cy="2290019"/>
            </a:xfrm>
            <a:custGeom>
              <a:avLst/>
              <a:gdLst>
                <a:gd name="connsiteX0" fmla="*/ 425750 w 4579916"/>
                <a:gd name="connsiteY0" fmla="*/ 0 h 2290019"/>
                <a:gd name="connsiteX1" fmla="*/ 1562793 w 4579916"/>
                <a:gd name="connsiteY1" fmla="*/ 0 h 2290019"/>
                <a:gd name="connsiteX2" fmla="*/ 2329690 w 4579916"/>
                <a:gd name="connsiteY2" fmla="*/ 1836583 h 2290019"/>
                <a:gd name="connsiteX3" fmla="*/ 3096587 w 4579916"/>
                <a:gd name="connsiteY3" fmla="*/ 0 h 2290019"/>
                <a:gd name="connsiteX4" fmla="*/ 4228140 w 4579916"/>
                <a:gd name="connsiteY4" fmla="*/ 0 h 2290019"/>
                <a:gd name="connsiteX5" fmla="*/ 4564925 w 4579916"/>
                <a:gd name="connsiteY5" fmla="*/ 1809345 h 2290019"/>
                <a:gd name="connsiteX6" fmla="*/ 4579916 w 4579916"/>
                <a:gd name="connsiteY6" fmla="*/ 1890426 h 2290019"/>
                <a:gd name="connsiteX7" fmla="*/ 4579916 w 4579916"/>
                <a:gd name="connsiteY7" fmla="*/ 2290019 h 2290019"/>
                <a:gd name="connsiteX8" fmla="*/ 3525261 w 4579916"/>
                <a:gd name="connsiteY8" fmla="*/ 2290019 h 2290019"/>
                <a:gd name="connsiteX9" fmla="*/ 3442451 w 4579916"/>
                <a:gd name="connsiteY9" fmla="*/ 1843974 h 2290019"/>
                <a:gd name="connsiteX10" fmla="*/ 3247851 w 4579916"/>
                <a:gd name="connsiteY10" fmla="*/ 2290019 h 2290019"/>
                <a:gd name="connsiteX11" fmla="*/ 1408280 w 4579916"/>
                <a:gd name="connsiteY11" fmla="*/ 2290019 h 2290019"/>
                <a:gd name="connsiteX12" fmla="*/ 1212706 w 4579916"/>
                <a:gd name="connsiteY12" fmla="*/ 1843974 h 2290019"/>
                <a:gd name="connsiteX13" fmla="*/ 1129313 w 4579916"/>
                <a:gd name="connsiteY13" fmla="*/ 2290019 h 2290019"/>
                <a:gd name="connsiteX14" fmla="*/ 0 w 4579916"/>
                <a:gd name="connsiteY14" fmla="*/ 2290019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79916" h="2290019">
                  <a:moveTo>
                    <a:pt x="425750" y="0"/>
                  </a:moveTo>
                  <a:lnTo>
                    <a:pt x="1562793" y="0"/>
                  </a:lnTo>
                  <a:lnTo>
                    <a:pt x="2329690" y="1836583"/>
                  </a:lnTo>
                  <a:lnTo>
                    <a:pt x="3096587" y="0"/>
                  </a:lnTo>
                  <a:lnTo>
                    <a:pt x="4228140" y="0"/>
                  </a:lnTo>
                  <a:lnTo>
                    <a:pt x="4564925" y="1809345"/>
                  </a:lnTo>
                  <a:lnTo>
                    <a:pt x="4579916" y="1890426"/>
                  </a:lnTo>
                  <a:lnTo>
                    <a:pt x="4579916" y="2290019"/>
                  </a:lnTo>
                  <a:lnTo>
                    <a:pt x="3525261" y="2290019"/>
                  </a:lnTo>
                  <a:lnTo>
                    <a:pt x="3442451" y="1843974"/>
                  </a:lnTo>
                  <a:lnTo>
                    <a:pt x="3247851" y="2290019"/>
                  </a:lnTo>
                  <a:lnTo>
                    <a:pt x="1408280" y="2290019"/>
                  </a:lnTo>
                  <a:lnTo>
                    <a:pt x="1212706" y="1843974"/>
                  </a:lnTo>
                  <a:lnTo>
                    <a:pt x="1129313" y="2290019"/>
                  </a:lnTo>
                  <a:lnTo>
                    <a:pt x="0" y="2290019"/>
                  </a:lnTo>
                  <a:close/>
                </a:path>
              </a:pathLst>
            </a:custGeom>
            <a:solidFill>
              <a:schemeClr val="tx1">
                <a:lumMod val="50000"/>
                <a:alpha val="52000"/>
              </a:schemeClr>
            </a:solidFill>
            <a:ln w="21101" cap="flat">
              <a:noFill/>
              <a:prstDash val="solid"/>
              <a:miter/>
            </a:ln>
          </p:spPr>
          <p:txBody>
            <a:bodyPr rtlCol="0" anchor="ctr"/>
            <a:lstStyle/>
            <a:p>
              <a:endParaRPr lang="en-GB"/>
            </a:p>
          </p:txBody>
        </p:sp>
      </p:grpSp>
      <p:pic>
        <p:nvPicPr>
          <p:cNvPr id="39" name="Graphic 38">
            <a:extLst>
              <a:ext uri="{FF2B5EF4-FFF2-40B4-BE49-F238E27FC236}">
                <a16:creationId xmlns:a16="http://schemas.microsoft.com/office/drawing/2014/main" id="{AB82C41B-5C95-3414-E193-F79F47EAAD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798" y="6118859"/>
            <a:ext cx="983672" cy="573779"/>
          </a:xfrm>
          <a:prstGeom prst="rect">
            <a:avLst/>
          </a:prstGeom>
        </p:spPr>
      </p:pic>
      <p:sp>
        <p:nvSpPr>
          <p:cNvPr id="2" name="Title 1">
            <a:extLst>
              <a:ext uri="{FF2B5EF4-FFF2-40B4-BE49-F238E27FC236}">
                <a16:creationId xmlns:a16="http://schemas.microsoft.com/office/drawing/2014/main" id="{A96C8873-EF46-C297-C618-AB48A19F24FA}"/>
              </a:ext>
            </a:extLst>
          </p:cNvPr>
          <p:cNvSpPr>
            <a:spLocks noGrp="1"/>
          </p:cNvSpPr>
          <p:nvPr>
            <p:ph type="ctrTitle" hasCustomPrompt="1"/>
          </p:nvPr>
        </p:nvSpPr>
        <p:spPr>
          <a:xfrm>
            <a:off x="685800" y="1071272"/>
            <a:ext cx="8054975" cy="1531200"/>
          </a:xfrm>
        </p:spPr>
        <p:txBody>
          <a:bodyPr lIns="0" anchor="b">
            <a:normAutofit/>
          </a:bodyPr>
          <a:lstStyle>
            <a:lvl1pPr algn="l">
              <a:defRPr sz="4000" cap="all" baseline="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10350DC3-1D69-A9B2-D7AC-502BCDAE38A3}"/>
              </a:ext>
            </a:extLst>
          </p:cNvPr>
          <p:cNvSpPr>
            <a:spLocks noGrp="1"/>
          </p:cNvSpPr>
          <p:nvPr>
            <p:ph type="subTitle" idx="1"/>
          </p:nvPr>
        </p:nvSpPr>
        <p:spPr>
          <a:xfrm>
            <a:off x="685799" y="2872468"/>
            <a:ext cx="8054975" cy="879475"/>
          </a:xfrm>
        </p:spPr>
        <p:txBody>
          <a:bodyPr lIns="0">
            <a:normAutofit/>
          </a:bodyPr>
          <a:lstStyle>
            <a:lvl1pPr marL="0" indent="0" algn="l">
              <a:buFont typeface="Arial" panose="020B060402020202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39300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 Thankyou 5">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47DE7D-F084-F661-F611-143E7B641637}"/>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flipH="1">
            <a:off x="0" y="0"/>
            <a:ext cx="12192000" cy="6858000"/>
          </a:xfrm>
          <a:prstGeom prst="rect">
            <a:avLst/>
          </a:prstGeom>
        </p:spPr>
      </p:pic>
      <p:grpSp>
        <p:nvGrpSpPr>
          <p:cNvPr id="34" name="Group 33">
            <a:extLst>
              <a:ext uri="{FF2B5EF4-FFF2-40B4-BE49-F238E27FC236}">
                <a16:creationId xmlns:a16="http://schemas.microsoft.com/office/drawing/2014/main" id="{1F91D5CE-B8B9-9028-8FE2-6F7E0F83B8FB}"/>
              </a:ext>
            </a:extLst>
          </p:cNvPr>
          <p:cNvGrpSpPr/>
          <p:nvPr/>
        </p:nvGrpSpPr>
        <p:grpSpPr>
          <a:xfrm>
            <a:off x="-1" y="0"/>
            <a:ext cx="12191999" cy="6858001"/>
            <a:chOff x="0" y="0"/>
            <a:chExt cx="12192000" cy="6858001"/>
          </a:xfrm>
        </p:grpSpPr>
        <p:sp>
          <p:nvSpPr>
            <p:cNvPr id="23" name="Freeform: Shape 22">
              <a:extLst>
                <a:ext uri="{FF2B5EF4-FFF2-40B4-BE49-F238E27FC236}">
                  <a16:creationId xmlns:a16="http://schemas.microsoft.com/office/drawing/2014/main" id="{630C2619-A96B-3D1B-1426-52242E70EC2A}"/>
                </a:ext>
              </a:extLst>
            </p:cNvPr>
            <p:cNvSpPr>
              <a:spLocks/>
            </p:cNvSpPr>
            <p:nvPr userDrawn="1"/>
          </p:nvSpPr>
          <p:spPr>
            <a:xfrm>
              <a:off x="0" y="0"/>
              <a:ext cx="12192000" cy="6858000"/>
            </a:xfrm>
            <a:custGeom>
              <a:avLst/>
              <a:gdLst>
                <a:gd name="connsiteX0" fmla="*/ 6878837 w 12192000"/>
                <a:gd name="connsiteY0" fmla="*/ 6411955 h 6858000"/>
                <a:gd name="connsiteX1" fmla="*/ 6961647 w 12192000"/>
                <a:gd name="connsiteY1" fmla="*/ 6858000 h 6858000"/>
                <a:gd name="connsiteX2" fmla="*/ 6684236 w 12192000"/>
                <a:gd name="connsiteY2" fmla="*/ 6858000 h 6858000"/>
                <a:gd name="connsiteX3" fmla="*/ 4649092 w 12192000"/>
                <a:gd name="connsiteY3" fmla="*/ 6411955 h 6858000"/>
                <a:gd name="connsiteX4" fmla="*/ 4844666 w 12192000"/>
                <a:gd name="connsiteY4" fmla="*/ 6858000 h 6858000"/>
                <a:gd name="connsiteX5" fmla="*/ 4565699 w 12192000"/>
                <a:gd name="connsiteY5" fmla="*/ 6858000 h 6858000"/>
                <a:gd name="connsiteX6" fmla="*/ 11002386 w 12192000"/>
                <a:gd name="connsiteY6" fmla="*/ 5501264 h 6858000"/>
                <a:gd name="connsiteX7" fmla="*/ 12192000 w 12192000"/>
                <a:gd name="connsiteY7" fmla="*/ 5501264 h 6858000"/>
                <a:gd name="connsiteX8" fmla="*/ 12192000 w 12192000"/>
                <a:gd name="connsiteY8" fmla="*/ 6858000 h 6858000"/>
                <a:gd name="connsiteX9" fmla="*/ 11002386 w 12192000"/>
                <a:gd name="connsiteY9" fmla="*/ 6858000 h 6858000"/>
                <a:gd name="connsiteX10" fmla="*/ 0 w 12192000"/>
                <a:gd name="connsiteY10" fmla="*/ 0 h 6858000"/>
                <a:gd name="connsiteX11" fmla="*/ 12192000 w 12192000"/>
                <a:gd name="connsiteY11" fmla="*/ 0 h 6858000"/>
                <a:gd name="connsiteX12" fmla="*/ 12192000 w 12192000"/>
                <a:gd name="connsiteY12" fmla="*/ 4567981 h 6858000"/>
                <a:gd name="connsiteX13" fmla="*/ 9349503 w 12192000"/>
                <a:gd name="connsiteY13" fmla="*/ 4567981 h 6858000"/>
                <a:gd name="connsiteX14" fmla="*/ 9349503 w 12192000"/>
                <a:gd name="connsiteY14" fmla="*/ 5501264 h 6858000"/>
                <a:gd name="connsiteX15" fmla="*/ 9815722 w 12192000"/>
                <a:gd name="connsiteY15" fmla="*/ 5501264 h 6858000"/>
                <a:gd name="connsiteX16" fmla="*/ 9815722 w 12192000"/>
                <a:gd name="connsiteY16" fmla="*/ 6858000 h 6858000"/>
                <a:gd name="connsiteX17" fmla="*/ 9247940 w 12192000"/>
                <a:gd name="connsiteY17" fmla="*/ 6858000 h 6858000"/>
                <a:gd name="connsiteX18" fmla="*/ 9247940 w 12192000"/>
                <a:gd name="connsiteY18" fmla="*/ 4567981 h 6858000"/>
                <a:gd name="connsiteX19" fmla="*/ 8117865 w 12192000"/>
                <a:gd name="connsiteY19" fmla="*/ 4567981 h 6858000"/>
                <a:gd name="connsiteX20" fmla="*/ 8117865 w 12192000"/>
                <a:gd name="connsiteY20" fmla="*/ 6858000 h 6858000"/>
                <a:gd name="connsiteX21" fmla="*/ 8016302 w 12192000"/>
                <a:gd name="connsiteY21" fmla="*/ 6858000 h 6858000"/>
                <a:gd name="connsiteX22" fmla="*/ 8016302 w 12192000"/>
                <a:gd name="connsiteY22" fmla="*/ 6458407 h 6858000"/>
                <a:gd name="connsiteX23" fmla="*/ 8001311 w 12192000"/>
                <a:gd name="connsiteY23" fmla="*/ 6377326 h 6858000"/>
                <a:gd name="connsiteX24" fmla="*/ 7664526 w 12192000"/>
                <a:gd name="connsiteY24" fmla="*/ 4567981 h 6858000"/>
                <a:gd name="connsiteX25" fmla="*/ 6532973 w 12192000"/>
                <a:gd name="connsiteY25" fmla="*/ 4567981 h 6858000"/>
                <a:gd name="connsiteX26" fmla="*/ 5766076 w 12192000"/>
                <a:gd name="connsiteY26" fmla="*/ 6404564 h 6858000"/>
                <a:gd name="connsiteX27" fmla="*/ 4999179 w 12192000"/>
                <a:gd name="connsiteY27" fmla="*/ 4567981 h 6858000"/>
                <a:gd name="connsiteX28" fmla="*/ 3862136 w 12192000"/>
                <a:gd name="connsiteY28" fmla="*/ 4567981 h 6858000"/>
                <a:gd name="connsiteX29" fmla="*/ 343638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6878837" y="6411955"/>
                  </a:moveTo>
                  <a:lnTo>
                    <a:pt x="6961647" y="6858000"/>
                  </a:lnTo>
                  <a:lnTo>
                    <a:pt x="6684236" y="6858000"/>
                  </a:lnTo>
                  <a:close/>
                  <a:moveTo>
                    <a:pt x="4649092" y="6411955"/>
                  </a:moveTo>
                  <a:lnTo>
                    <a:pt x="4844666" y="6858000"/>
                  </a:lnTo>
                  <a:lnTo>
                    <a:pt x="4565699" y="6858000"/>
                  </a:lnTo>
                  <a:close/>
                  <a:moveTo>
                    <a:pt x="11002386" y="5501264"/>
                  </a:moveTo>
                  <a:lnTo>
                    <a:pt x="12192000" y="5501264"/>
                  </a:lnTo>
                  <a:lnTo>
                    <a:pt x="12192000" y="6858000"/>
                  </a:lnTo>
                  <a:lnTo>
                    <a:pt x="11002386" y="6858000"/>
                  </a:lnTo>
                  <a:close/>
                  <a:moveTo>
                    <a:pt x="0" y="0"/>
                  </a:moveTo>
                  <a:lnTo>
                    <a:pt x="12192000" y="0"/>
                  </a:lnTo>
                  <a:lnTo>
                    <a:pt x="12192000" y="4567981"/>
                  </a:lnTo>
                  <a:lnTo>
                    <a:pt x="9349503" y="4567981"/>
                  </a:lnTo>
                  <a:lnTo>
                    <a:pt x="9349503" y="5501264"/>
                  </a:lnTo>
                  <a:lnTo>
                    <a:pt x="9815722" y="5501264"/>
                  </a:lnTo>
                  <a:lnTo>
                    <a:pt x="9815722" y="6858000"/>
                  </a:lnTo>
                  <a:lnTo>
                    <a:pt x="9247940" y="6858000"/>
                  </a:lnTo>
                  <a:lnTo>
                    <a:pt x="9247940" y="4567981"/>
                  </a:lnTo>
                  <a:lnTo>
                    <a:pt x="8117865" y="4567981"/>
                  </a:lnTo>
                  <a:lnTo>
                    <a:pt x="8117865" y="6858000"/>
                  </a:lnTo>
                  <a:lnTo>
                    <a:pt x="8016302" y="6858000"/>
                  </a:lnTo>
                  <a:lnTo>
                    <a:pt x="8016302" y="6458407"/>
                  </a:lnTo>
                  <a:lnTo>
                    <a:pt x="8001311" y="6377326"/>
                  </a:lnTo>
                  <a:lnTo>
                    <a:pt x="7664526" y="4567981"/>
                  </a:lnTo>
                  <a:lnTo>
                    <a:pt x="6532973" y="4567981"/>
                  </a:lnTo>
                  <a:lnTo>
                    <a:pt x="5766076" y="6404564"/>
                  </a:lnTo>
                  <a:lnTo>
                    <a:pt x="4999179" y="4567981"/>
                  </a:lnTo>
                  <a:lnTo>
                    <a:pt x="3862136" y="4567981"/>
                  </a:lnTo>
                  <a:lnTo>
                    <a:pt x="3436386" y="6858000"/>
                  </a:lnTo>
                  <a:lnTo>
                    <a:pt x="0" y="6858000"/>
                  </a:lnTo>
                  <a:close/>
                </a:path>
              </a:pathLst>
            </a:custGeom>
            <a:gradFill flip="none" rotWithShape="1">
              <a:gsLst>
                <a:gs pos="64000">
                  <a:schemeClr val="bg1">
                    <a:alpha val="95000"/>
                  </a:schemeClr>
                </a:gs>
                <a:gs pos="0">
                  <a:schemeClr val="bg1">
                    <a:alpha val="57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8" name="Freeform: Shape 27">
              <a:extLst>
                <a:ext uri="{FF2B5EF4-FFF2-40B4-BE49-F238E27FC236}">
                  <a16:creationId xmlns:a16="http://schemas.microsoft.com/office/drawing/2014/main" id="{3CA314E3-81DC-7254-19F8-C5AE864393DB}"/>
                </a:ext>
              </a:extLst>
            </p:cNvPr>
            <p:cNvSpPr/>
            <p:nvPr userDrawn="1"/>
          </p:nvSpPr>
          <p:spPr>
            <a:xfrm>
              <a:off x="8117865" y="4567981"/>
              <a:ext cx="1130075" cy="2290018"/>
            </a:xfrm>
            <a:custGeom>
              <a:avLst/>
              <a:gdLst>
                <a:gd name="connsiteX0" fmla="*/ 0 w 1130075"/>
                <a:gd name="connsiteY0" fmla="*/ 0 h 2290018"/>
                <a:gd name="connsiteX1" fmla="*/ 1130075 w 1130075"/>
                <a:gd name="connsiteY1" fmla="*/ 0 h 2290018"/>
                <a:gd name="connsiteX2" fmla="*/ 1130075 w 1130075"/>
                <a:gd name="connsiteY2" fmla="*/ 2290018 h 2290018"/>
                <a:gd name="connsiteX3" fmla="*/ 0 w 1130075"/>
                <a:gd name="connsiteY3" fmla="*/ 2290018 h 2290018"/>
              </a:gdLst>
              <a:ahLst/>
              <a:cxnLst>
                <a:cxn ang="0">
                  <a:pos x="connsiteX0" y="connsiteY0"/>
                </a:cxn>
                <a:cxn ang="0">
                  <a:pos x="connsiteX1" y="connsiteY1"/>
                </a:cxn>
                <a:cxn ang="0">
                  <a:pos x="connsiteX2" y="connsiteY2"/>
                </a:cxn>
                <a:cxn ang="0">
                  <a:pos x="connsiteX3" y="connsiteY3"/>
                </a:cxn>
              </a:cxnLst>
              <a:rect l="l" t="t" r="r" b="b"/>
              <a:pathLst>
                <a:path w="1130075" h="2290018">
                  <a:moveTo>
                    <a:pt x="0" y="0"/>
                  </a:moveTo>
                  <a:lnTo>
                    <a:pt x="1130075" y="0"/>
                  </a:lnTo>
                  <a:lnTo>
                    <a:pt x="1130075" y="2290018"/>
                  </a:lnTo>
                  <a:lnTo>
                    <a:pt x="0" y="2290018"/>
                  </a:lnTo>
                  <a:close/>
                </a:path>
              </a:pathLst>
            </a:custGeom>
            <a:solidFill>
              <a:schemeClr val="tx1">
                <a:lumMod val="50000"/>
                <a:alpha val="61000"/>
              </a:schemeClr>
            </a:solidFill>
            <a:ln w="21101"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30960103-0275-F750-D44C-45A2222F87B3}"/>
                </a:ext>
              </a:extLst>
            </p:cNvPr>
            <p:cNvSpPr/>
            <p:nvPr userDrawn="1"/>
          </p:nvSpPr>
          <p:spPr>
            <a:xfrm>
              <a:off x="9349503" y="4567982"/>
              <a:ext cx="2842496" cy="2290019"/>
            </a:xfrm>
            <a:custGeom>
              <a:avLst/>
              <a:gdLst>
                <a:gd name="connsiteX0" fmla="*/ 0 w 2842496"/>
                <a:gd name="connsiteY0" fmla="*/ 0 h 2290019"/>
                <a:gd name="connsiteX1" fmla="*/ 2842496 w 2842496"/>
                <a:gd name="connsiteY1" fmla="*/ 0 h 2290019"/>
                <a:gd name="connsiteX2" fmla="*/ 2842496 w 2842496"/>
                <a:gd name="connsiteY2" fmla="*/ 933283 h 2290019"/>
                <a:gd name="connsiteX3" fmla="*/ 1652883 w 2842496"/>
                <a:gd name="connsiteY3" fmla="*/ 933283 h 2290019"/>
                <a:gd name="connsiteX4" fmla="*/ 1652883 w 2842496"/>
                <a:gd name="connsiteY4" fmla="*/ 2290019 h 2290019"/>
                <a:gd name="connsiteX5" fmla="*/ 466219 w 2842496"/>
                <a:gd name="connsiteY5" fmla="*/ 2290019 h 2290019"/>
                <a:gd name="connsiteX6" fmla="*/ 466219 w 2842496"/>
                <a:gd name="connsiteY6" fmla="*/ 933283 h 2290019"/>
                <a:gd name="connsiteX7" fmla="*/ 0 w 2842496"/>
                <a:gd name="connsiteY7" fmla="*/ 933283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42496" h="2290019">
                  <a:moveTo>
                    <a:pt x="0" y="0"/>
                  </a:moveTo>
                  <a:lnTo>
                    <a:pt x="2842496" y="0"/>
                  </a:lnTo>
                  <a:lnTo>
                    <a:pt x="2842496" y="933283"/>
                  </a:lnTo>
                  <a:lnTo>
                    <a:pt x="1652883" y="933283"/>
                  </a:lnTo>
                  <a:lnTo>
                    <a:pt x="1652883" y="2290019"/>
                  </a:lnTo>
                  <a:lnTo>
                    <a:pt x="466219" y="2290019"/>
                  </a:lnTo>
                  <a:lnTo>
                    <a:pt x="466219" y="933283"/>
                  </a:lnTo>
                  <a:lnTo>
                    <a:pt x="0" y="933283"/>
                  </a:lnTo>
                  <a:close/>
                </a:path>
              </a:pathLst>
            </a:custGeom>
            <a:solidFill>
              <a:schemeClr val="tx1">
                <a:lumMod val="50000"/>
                <a:alpha val="61000"/>
              </a:schemeClr>
            </a:solidFill>
            <a:ln w="21101"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91741CC2-D4C3-7CE5-630C-A474A3BCF03E}"/>
                </a:ext>
              </a:extLst>
            </p:cNvPr>
            <p:cNvSpPr/>
            <p:nvPr/>
          </p:nvSpPr>
          <p:spPr>
            <a:xfrm>
              <a:off x="3436386" y="4567982"/>
              <a:ext cx="4579916" cy="2290019"/>
            </a:xfrm>
            <a:custGeom>
              <a:avLst/>
              <a:gdLst>
                <a:gd name="connsiteX0" fmla="*/ 425750 w 4579916"/>
                <a:gd name="connsiteY0" fmla="*/ 0 h 2290019"/>
                <a:gd name="connsiteX1" fmla="*/ 1562793 w 4579916"/>
                <a:gd name="connsiteY1" fmla="*/ 0 h 2290019"/>
                <a:gd name="connsiteX2" fmla="*/ 2329690 w 4579916"/>
                <a:gd name="connsiteY2" fmla="*/ 1836583 h 2290019"/>
                <a:gd name="connsiteX3" fmla="*/ 3096587 w 4579916"/>
                <a:gd name="connsiteY3" fmla="*/ 0 h 2290019"/>
                <a:gd name="connsiteX4" fmla="*/ 4228140 w 4579916"/>
                <a:gd name="connsiteY4" fmla="*/ 0 h 2290019"/>
                <a:gd name="connsiteX5" fmla="*/ 4564925 w 4579916"/>
                <a:gd name="connsiteY5" fmla="*/ 1809345 h 2290019"/>
                <a:gd name="connsiteX6" fmla="*/ 4579916 w 4579916"/>
                <a:gd name="connsiteY6" fmla="*/ 1890426 h 2290019"/>
                <a:gd name="connsiteX7" fmla="*/ 4579916 w 4579916"/>
                <a:gd name="connsiteY7" fmla="*/ 2290019 h 2290019"/>
                <a:gd name="connsiteX8" fmla="*/ 3525261 w 4579916"/>
                <a:gd name="connsiteY8" fmla="*/ 2290019 h 2290019"/>
                <a:gd name="connsiteX9" fmla="*/ 3442451 w 4579916"/>
                <a:gd name="connsiteY9" fmla="*/ 1843974 h 2290019"/>
                <a:gd name="connsiteX10" fmla="*/ 3247851 w 4579916"/>
                <a:gd name="connsiteY10" fmla="*/ 2290019 h 2290019"/>
                <a:gd name="connsiteX11" fmla="*/ 1408280 w 4579916"/>
                <a:gd name="connsiteY11" fmla="*/ 2290019 h 2290019"/>
                <a:gd name="connsiteX12" fmla="*/ 1212706 w 4579916"/>
                <a:gd name="connsiteY12" fmla="*/ 1843974 h 2290019"/>
                <a:gd name="connsiteX13" fmla="*/ 1129313 w 4579916"/>
                <a:gd name="connsiteY13" fmla="*/ 2290019 h 2290019"/>
                <a:gd name="connsiteX14" fmla="*/ 0 w 4579916"/>
                <a:gd name="connsiteY14" fmla="*/ 2290019 h 2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79916" h="2290019">
                  <a:moveTo>
                    <a:pt x="425750" y="0"/>
                  </a:moveTo>
                  <a:lnTo>
                    <a:pt x="1562793" y="0"/>
                  </a:lnTo>
                  <a:lnTo>
                    <a:pt x="2329690" y="1836583"/>
                  </a:lnTo>
                  <a:lnTo>
                    <a:pt x="3096587" y="0"/>
                  </a:lnTo>
                  <a:lnTo>
                    <a:pt x="4228140" y="0"/>
                  </a:lnTo>
                  <a:lnTo>
                    <a:pt x="4564925" y="1809345"/>
                  </a:lnTo>
                  <a:lnTo>
                    <a:pt x="4579916" y="1890426"/>
                  </a:lnTo>
                  <a:lnTo>
                    <a:pt x="4579916" y="2290019"/>
                  </a:lnTo>
                  <a:lnTo>
                    <a:pt x="3525261" y="2290019"/>
                  </a:lnTo>
                  <a:lnTo>
                    <a:pt x="3442451" y="1843974"/>
                  </a:lnTo>
                  <a:lnTo>
                    <a:pt x="3247851" y="2290019"/>
                  </a:lnTo>
                  <a:lnTo>
                    <a:pt x="1408280" y="2290019"/>
                  </a:lnTo>
                  <a:lnTo>
                    <a:pt x="1212706" y="1843974"/>
                  </a:lnTo>
                  <a:lnTo>
                    <a:pt x="1129313" y="2290019"/>
                  </a:lnTo>
                  <a:lnTo>
                    <a:pt x="0" y="2290019"/>
                  </a:lnTo>
                  <a:close/>
                </a:path>
              </a:pathLst>
            </a:custGeom>
            <a:solidFill>
              <a:schemeClr val="tx1">
                <a:lumMod val="50000"/>
                <a:alpha val="61000"/>
              </a:schemeClr>
            </a:solidFill>
            <a:ln w="21101" cap="flat">
              <a:noFill/>
              <a:prstDash val="solid"/>
              <a:miter/>
            </a:ln>
          </p:spPr>
          <p:txBody>
            <a:bodyPr rtlCol="0" anchor="ctr"/>
            <a:lstStyle/>
            <a:p>
              <a:endParaRPr lang="en-GB"/>
            </a:p>
          </p:txBody>
        </p:sp>
      </p:grpSp>
      <p:pic>
        <p:nvPicPr>
          <p:cNvPr id="39" name="Graphic 38">
            <a:extLst>
              <a:ext uri="{FF2B5EF4-FFF2-40B4-BE49-F238E27FC236}">
                <a16:creationId xmlns:a16="http://schemas.microsoft.com/office/drawing/2014/main" id="{AB82C41B-5C95-3414-E193-F79F47EAAD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5798" y="6118859"/>
            <a:ext cx="983672" cy="573779"/>
          </a:xfrm>
          <a:prstGeom prst="rect">
            <a:avLst/>
          </a:prstGeom>
        </p:spPr>
      </p:pic>
      <p:sp>
        <p:nvSpPr>
          <p:cNvPr id="2" name="Title 1">
            <a:extLst>
              <a:ext uri="{FF2B5EF4-FFF2-40B4-BE49-F238E27FC236}">
                <a16:creationId xmlns:a16="http://schemas.microsoft.com/office/drawing/2014/main" id="{5DE14751-ED5E-934B-300E-A1CEFC5C3566}"/>
              </a:ext>
            </a:extLst>
          </p:cNvPr>
          <p:cNvSpPr>
            <a:spLocks noGrp="1"/>
          </p:cNvSpPr>
          <p:nvPr>
            <p:ph type="ctrTitle" hasCustomPrompt="1"/>
          </p:nvPr>
        </p:nvSpPr>
        <p:spPr>
          <a:xfrm>
            <a:off x="685800" y="1071272"/>
            <a:ext cx="8054975" cy="1531200"/>
          </a:xfrm>
        </p:spPr>
        <p:txBody>
          <a:bodyPr lIns="0" anchor="b">
            <a:normAutofit/>
          </a:bodyPr>
          <a:lstStyle>
            <a:lvl1pPr algn="l">
              <a:defRPr sz="4000" cap="all" baseline="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9DC887C-8DAA-398B-015F-A4E60BC1ED2B}"/>
              </a:ext>
            </a:extLst>
          </p:cNvPr>
          <p:cNvSpPr>
            <a:spLocks noGrp="1"/>
          </p:cNvSpPr>
          <p:nvPr>
            <p:ph type="subTitle" idx="1"/>
          </p:nvPr>
        </p:nvSpPr>
        <p:spPr>
          <a:xfrm>
            <a:off x="685799" y="2872468"/>
            <a:ext cx="8054975" cy="879475"/>
          </a:xfrm>
        </p:spPr>
        <p:txBody>
          <a:bodyPr lIns="0">
            <a:normAutofit/>
          </a:bodyPr>
          <a:lstStyle>
            <a:lvl1pPr marL="0" indent="0" algn="l">
              <a:buFont typeface="Arial" panose="020B0604020202020204" pitchFamily="34" charset="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4012737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6F7990-2BD8-E503-0275-74D9B96D6A8C}"/>
              </a:ext>
            </a:extLst>
          </p:cNvPr>
          <p:cNvSpPr/>
          <p:nvPr/>
        </p:nvSpPr>
        <p:spPr>
          <a:xfrm>
            <a:off x="8978900" y="0"/>
            <a:ext cx="32131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4D91659E-DC65-F72C-8260-49162C21956C}"/>
              </a:ext>
            </a:extLst>
          </p:cNvPr>
          <p:cNvSpPr/>
          <p:nvPr/>
        </p:nvSpPr>
        <p:spPr>
          <a:xfrm>
            <a:off x="0" y="0"/>
            <a:ext cx="8978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16AE600C-095F-A8B5-B4A3-2124C1D63F11}"/>
              </a:ext>
            </a:extLst>
          </p:cNvPr>
          <p:cNvSpPr txBox="1"/>
          <p:nvPr/>
        </p:nvSpPr>
        <p:spPr>
          <a:xfrm rot="16200000">
            <a:off x="4267254" y="2507873"/>
            <a:ext cx="8489011" cy="1785104"/>
          </a:xfrm>
          <a:prstGeom prst="rect">
            <a:avLst/>
          </a:prstGeom>
          <a:noFill/>
        </p:spPr>
        <p:txBody>
          <a:bodyPr wrap="square" rtlCol="0" anchor="ctr">
            <a:spAutoFit/>
          </a:bodyPr>
          <a:lstStyle/>
          <a:p>
            <a:pPr algn="ctr"/>
            <a:r>
              <a:rPr lang="en-GB" sz="11100" b="1" spc="420" baseline="0">
                <a:solidFill>
                  <a:schemeClr val="bg1"/>
                </a:solidFill>
                <a:latin typeface="+mj-lt"/>
              </a:rPr>
              <a:t>AGENDA</a:t>
            </a:r>
          </a:p>
        </p:txBody>
      </p:sp>
      <p:pic>
        <p:nvPicPr>
          <p:cNvPr id="3" name="Graphic 2">
            <a:extLst>
              <a:ext uri="{FF2B5EF4-FFF2-40B4-BE49-F238E27FC236}">
                <a16:creationId xmlns:a16="http://schemas.microsoft.com/office/drawing/2014/main" id="{82A8A8C4-518C-851A-1906-4045EE9F30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10" name="Group 9">
            <a:extLst>
              <a:ext uri="{FF2B5EF4-FFF2-40B4-BE49-F238E27FC236}">
                <a16:creationId xmlns:a16="http://schemas.microsoft.com/office/drawing/2014/main" id="{2521F3B8-3FF9-7F1F-745F-558C2BB58674}"/>
              </a:ext>
            </a:extLst>
          </p:cNvPr>
          <p:cNvGrpSpPr/>
          <p:nvPr/>
        </p:nvGrpSpPr>
        <p:grpSpPr>
          <a:xfrm>
            <a:off x="11236328" y="0"/>
            <a:ext cx="280986" cy="1282539"/>
            <a:chOff x="11222692" y="155575"/>
            <a:chExt cx="280986" cy="1282539"/>
          </a:xfrm>
          <a:solidFill>
            <a:schemeClr val="accent1"/>
          </a:solidFill>
        </p:grpSpPr>
        <p:pic>
          <p:nvPicPr>
            <p:cNvPr id="11" name="Graphic 10">
              <a:extLst>
                <a:ext uri="{FF2B5EF4-FFF2-40B4-BE49-F238E27FC236}">
                  <a16:creationId xmlns:a16="http://schemas.microsoft.com/office/drawing/2014/main" id="{C377DD66-EF21-DE7D-9686-498D54A378E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12" name="Rectangle 11">
              <a:extLst>
                <a:ext uri="{FF2B5EF4-FFF2-40B4-BE49-F238E27FC236}">
                  <a16:creationId xmlns:a16="http://schemas.microsoft.com/office/drawing/2014/main" id="{C4AD4FB3-0EF8-81B8-7322-849CBCA598E9}"/>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 name="Group 3">
            <a:extLst>
              <a:ext uri="{FF2B5EF4-FFF2-40B4-BE49-F238E27FC236}">
                <a16:creationId xmlns:a16="http://schemas.microsoft.com/office/drawing/2014/main" id="{9BAD889D-EDFC-0177-A040-BF66F2582C7C}"/>
              </a:ext>
            </a:extLst>
          </p:cNvPr>
          <p:cNvGrpSpPr/>
          <p:nvPr/>
        </p:nvGrpSpPr>
        <p:grpSpPr>
          <a:xfrm>
            <a:off x="-1518920" y="0"/>
            <a:ext cx="1248590" cy="1459230"/>
            <a:chOff x="-2206171" y="0"/>
            <a:chExt cx="1973942" cy="1372002"/>
          </a:xfrm>
        </p:grpSpPr>
        <p:sp>
          <p:nvSpPr>
            <p:cNvPr id="6" name="Rectangle 5">
              <a:extLst>
                <a:ext uri="{FF2B5EF4-FFF2-40B4-BE49-F238E27FC236}">
                  <a16:creationId xmlns:a16="http://schemas.microsoft.com/office/drawing/2014/main" id="{FC7F971C-54B8-0734-5BFF-F4279CB9167D}"/>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800" b="1"/>
                <a:t>TEMPLATE TIPS</a:t>
              </a:r>
            </a:p>
          </p:txBody>
        </p:sp>
        <p:sp>
          <p:nvSpPr>
            <p:cNvPr id="8" name="Rectangle 7">
              <a:extLst>
                <a:ext uri="{FF2B5EF4-FFF2-40B4-BE49-F238E27FC236}">
                  <a16:creationId xmlns:a16="http://schemas.microsoft.com/office/drawing/2014/main" id="{93D00CD4-E8FA-20CB-E4CE-720D6D45A106}"/>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GB" sz="900">
                  <a:solidFill>
                    <a:schemeClr val="tx1"/>
                  </a:solidFill>
                </a:rPr>
                <a:t>This agenda layout is designed to use with a pre formatted agenda table, which can be found in toolkit slides. </a:t>
              </a:r>
            </a:p>
          </p:txBody>
        </p:sp>
      </p:grpSp>
    </p:spTree>
    <p:extLst>
      <p:ext uri="{BB962C8B-B14F-4D97-AF65-F5344CB8AC3E}">
        <p14:creationId xmlns:p14="http://schemas.microsoft.com/office/powerpoint/2010/main" val="2080842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6F7990-2BD8-E503-0275-74D9B96D6A8C}"/>
              </a:ext>
            </a:extLst>
          </p:cNvPr>
          <p:cNvSpPr/>
          <p:nvPr/>
        </p:nvSpPr>
        <p:spPr>
          <a:xfrm>
            <a:off x="8978900" y="0"/>
            <a:ext cx="32131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4D91659E-DC65-F72C-8260-49162C21956C}"/>
              </a:ext>
            </a:extLst>
          </p:cNvPr>
          <p:cNvSpPr/>
          <p:nvPr/>
        </p:nvSpPr>
        <p:spPr>
          <a:xfrm>
            <a:off x="0" y="0"/>
            <a:ext cx="89789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16AE600C-095F-A8B5-B4A3-2124C1D63F11}"/>
              </a:ext>
            </a:extLst>
          </p:cNvPr>
          <p:cNvSpPr txBox="1"/>
          <p:nvPr/>
        </p:nvSpPr>
        <p:spPr>
          <a:xfrm rot="16200000">
            <a:off x="4267254" y="2507873"/>
            <a:ext cx="8489011" cy="1785104"/>
          </a:xfrm>
          <a:prstGeom prst="rect">
            <a:avLst/>
          </a:prstGeom>
          <a:noFill/>
        </p:spPr>
        <p:txBody>
          <a:bodyPr wrap="square" rtlCol="0" anchor="ctr">
            <a:spAutoFit/>
          </a:bodyPr>
          <a:lstStyle/>
          <a:p>
            <a:pPr algn="ctr"/>
            <a:r>
              <a:rPr lang="en-GB" sz="11100" b="1" spc="420" baseline="0">
                <a:solidFill>
                  <a:schemeClr val="bg1"/>
                </a:solidFill>
                <a:latin typeface="+mj-lt"/>
              </a:rPr>
              <a:t>AGENDA</a:t>
            </a:r>
          </a:p>
        </p:txBody>
      </p:sp>
      <p:pic>
        <p:nvPicPr>
          <p:cNvPr id="3" name="Graphic 2">
            <a:extLst>
              <a:ext uri="{FF2B5EF4-FFF2-40B4-BE49-F238E27FC236}">
                <a16:creationId xmlns:a16="http://schemas.microsoft.com/office/drawing/2014/main" id="{82A8A8C4-518C-851A-1906-4045EE9F30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10" name="Group 9">
            <a:extLst>
              <a:ext uri="{FF2B5EF4-FFF2-40B4-BE49-F238E27FC236}">
                <a16:creationId xmlns:a16="http://schemas.microsoft.com/office/drawing/2014/main" id="{2521F3B8-3FF9-7F1F-745F-558C2BB58674}"/>
              </a:ext>
            </a:extLst>
          </p:cNvPr>
          <p:cNvGrpSpPr/>
          <p:nvPr/>
        </p:nvGrpSpPr>
        <p:grpSpPr>
          <a:xfrm>
            <a:off x="11236328" y="0"/>
            <a:ext cx="280986" cy="1282539"/>
            <a:chOff x="11222692" y="155575"/>
            <a:chExt cx="280986" cy="1282539"/>
          </a:xfrm>
          <a:solidFill>
            <a:schemeClr val="accent1"/>
          </a:solidFill>
        </p:grpSpPr>
        <p:pic>
          <p:nvPicPr>
            <p:cNvPr id="11" name="Graphic 10">
              <a:extLst>
                <a:ext uri="{FF2B5EF4-FFF2-40B4-BE49-F238E27FC236}">
                  <a16:creationId xmlns:a16="http://schemas.microsoft.com/office/drawing/2014/main" id="{C377DD66-EF21-DE7D-9686-498D54A378E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12" name="Rectangle 11">
              <a:extLst>
                <a:ext uri="{FF2B5EF4-FFF2-40B4-BE49-F238E27FC236}">
                  <a16:creationId xmlns:a16="http://schemas.microsoft.com/office/drawing/2014/main" id="{C4AD4FB3-0EF8-81B8-7322-849CBCA598E9}"/>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 name="Group 3">
            <a:extLst>
              <a:ext uri="{FF2B5EF4-FFF2-40B4-BE49-F238E27FC236}">
                <a16:creationId xmlns:a16="http://schemas.microsoft.com/office/drawing/2014/main" id="{B4C9DD02-A40E-C712-AC41-61256082FFB0}"/>
              </a:ext>
            </a:extLst>
          </p:cNvPr>
          <p:cNvGrpSpPr/>
          <p:nvPr/>
        </p:nvGrpSpPr>
        <p:grpSpPr>
          <a:xfrm>
            <a:off x="-1518920" y="0"/>
            <a:ext cx="1248590" cy="1459230"/>
            <a:chOff x="-2206171" y="0"/>
            <a:chExt cx="1973942" cy="1372002"/>
          </a:xfrm>
        </p:grpSpPr>
        <p:sp>
          <p:nvSpPr>
            <p:cNvPr id="6" name="Rectangle 5">
              <a:extLst>
                <a:ext uri="{FF2B5EF4-FFF2-40B4-BE49-F238E27FC236}">
                  <a16:creationId xmlns:a16="http://schemas.microsoft.com/office/drawing/2014/main" id="{7D2827CB-0E93-A64E-7DFE-E0326F07416D}"/>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800" b="1"/>
                <a:t>TEMPLATE TIPS</a:t>
              </a:r>
            </a:p>
          </p:txBody>
        </p:sp>
        <p:sp>
          <p:nvSpPr>
            <p:cNvPr id="8" name="Rectangle 7">
              <a:extLst>
                <a:ext uri="{FF2B5EF4-FFF2-40B4-BE49-F238E27FC236}">
                  <a16:creationId xmlns:a16="http://schemas.microsoft.com/office/drawing/2014/main" id="{6FCF495F-F735-EBA4-7535-23737BAA051E}"/>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GB" sz="900">
                  <a:solidFill>
                    <a:schemeClr val="tx1"/>
                  </a:solidFill>
                </a:rPr>
                <a:t>This agenda layout is designed to use with a pre formatted agenda table, which can be found in toolkit slides. </a:t>
              </a:r>
            </a:p>
          </p:txBody>
        </p:sp>
      </p:grpSp>
    </p:spTree>
    <p:extLst>
      <p:ext uri="{BB962C8B-B14F-4D97-AF65-F5344CB8AC3E}">
        <p14:creationId xmlns:p14="http://schemas.microsoft.com/office/powerpoint/2010/main" val="4130838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3">
    <p:spTree>
      <p:nvGrpSpPr>
        <p:cNvPr id="1" name=""/>
        <p:cNvGrpSpPr/>
        <p:nvPr/>
      </p:nvGrpSpPr>
      <p:grpSpPr>
        <a:xfrm>
          <a:off x="0" y="0"/>
          <a:ext cx="0" cy="0"/>
          <a:chOff x="0" y="0"/>
          <a:chExt cx="0" cy="0"/>
        </a:xfrm>
      </p:grpSpPr>
      <p:pic>
        <p:nvPicPr>
          <p:cNvPr id="10" name="Picture 9" descr="A picture containing text&#10;&#10;Description automatically generated">
            <a:extLst>
              <a:ext uri="{FF2B5EF4-FFF2-40B4-BE49-F238E27FC236}">
                <a16:creationId xmlns:a16="http://schemas.microsoft.com/office/drawing/2014/main" id="{112E952A-3F90-548F-5C27-FC50939984B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064125"/>
            <a:ext cx="9067800" cy="1815510"/>
          </a:xfrm>
          <a:prstGeom prst="rect">
            <a:avLst/>
          </a:prstGeom>
        </p:spPr>
      </p:pic>
      <p:sp>
        <p:nvSpPr>
          <p:cNvPr id="11" name="Text Placeholder 7">
            <a:extLst>
              <a:ext uri="{FF2B5EF4-FFF2-40B4-BE49-F238E27FC236}">
                <a16:creationId xmlns:a16="http://schemas.microsoft.com/office/drawing/2014/main" id="{4B36E4B3-450A-BF90-FCB3-EC0F09D2F748}"/>
              </a:ext>
            </a:extLst>
          </p:cNvPr>
          <p:cNvSpPr>
            <a:spLocks noGrp="1"/>
          </p:cNvSpPr>
          <p:nvPr>
            <p:ph type="body" sz="quarter" idx="12" hasCustomPrompt="1"/>
          </p:nvPr>
        </p:nvSpPr>
        <p:spPr>
          <a:xfrm>
            <a:off x="692150" y="1347624"/>
            <a:ext cx="2519364" cy="369332"/>
          </a:xfrm>
        </p:spPr>
        <p:txBody>
          <a:bodyPr wrap="square">
            <a:normAutofit/>
          </a:bodyPr>
          <a:lstStyle>
            <a:lvl1pPr marL="0" indent="0">
              <a:buNone/>
              <a:defRPr sz="1800" b="1">
                <a:solidFill>
                  <a:schemeClr val="accent4"/>
                </a:solidFill>
              </a:defRPr>
            </a:lvl1pPr>
          </a:lstStyle>
          <a:p>
            <a:pPr lvl="0"/>
            <a:r>
              <a:rPr lang="en-US"/>
              <a:t>01. Section Name</a:t>
            </a:r>
            <a:endParaRPr lang="en-GB"/>
          </a:p>
        </p:txBody>
      </p:sp>
      <p:sp>
        <p:nvSpPr>
          <p:cNvPr id="17" name="Text Placeholder 16">
            <a:extLst>
              <a:ext uri="{FF2B5EF4-FFF2-40B4-BE49-F238E27FC236}">
                <a16:creationId xmlns:a16="http://schemas.microsoft.com/office/drawing/2014/main" id="{104653AD-CABA-4E21-7FF7-5D87185C055F}"/>
              </a:ext>
            </a:extLst>
          </p:cNvPr>
          <p:cNvSpPr>
            <a:spLocks noGrp="1"/>
          </p:cNvSpPr>
          <p:nvPr>
            <p:ph type="body" sz="quarter" idx="18" hasCustomPrompt="1"/>
          </p:nvPr>
        </p:nvSpPr>
        <p:spPr>
          <a:xfrm>
            <a:off x="685801" y="1716956"/>
            <a:ext cx="2519364" cy="1113557"/>
          </a:xfrm>
        </p:spPr>
        <p:txBody>
          <a:bodyPr>
            <a:normAutofit/>
          </a:bodyPr>
          <a:lstStyle>
            <a:lvl1pPr marL="0" indent="0">
              <a:buNone/>
              <a:defRPr sz="1400"/>
            </a:lvl1pPr>
          </a:lstStyle>
          <a:p>
            <a:pPr lvl="0"/>
            <a:r>
              <a:rPr lang="en-US"/>
              <a:t>Click to add description or sub-sections </a:t>
            </a:r>
          </a:p>
        </p:txBody>
      </p:sp>
      <p:sp>
        <p:nvSpPr>
          <p:cNvPr id="20" name="Text Placeholder 7">
            <a:extLst>
              <a:ext uri="{FF2B5EF4-FFF2-40B4-BE49-F238E27FC236}">
                <a16:creationId xmlns:a16="http://schemas.microsoft.com/office/drawing/2014/main" id="{0F0CDC02-4F9C-2381-FDEA-FBD870B7B3B0}"/>
              </a:ext>
            </a:extLst>
          </p:cNvPr>
          <p:cNvSpPr>
            <a:spLocks noGrp="1"/>
          </p:cNvSpPr>
          <p:nvPr>
            <p:ph type="body" sz="quarter" idx="19" hasCustomPrompt="1"/>
          </p:nvPr>
        </p:nvSpPr>
        <p:spPr>
          <a:xfrm>
            <a:off x="4036218" y="1347624"/>
            <a:ext cx="2519364" cy="369332"/>
          </a:xfrm>
        </p:spPr>
        <p:txBody>
          <a:bodyPr wrap="square">
            <a:normAutofit/>
          </a:bodyPr>
          <a:lstStyle>
            <a:lvl1pPr marL="0" indent="0">
              <a:buNone/>
              <a:defRPr sz="1800" b="1">
                <a:solidFill>
                  <a:schemeClr val="accent4"/>
                </a:solidFill>
              </a:defRPr>
            </a:lvl1pPr>
          </a:lstStyle>
          <a:p>
            <a:pPr lvl="0"/>
            <a:r>
              <a:rPr lang="en-US"/>
              <a:t>02. Section Name</a:t>
            </a:r>
            <a:endParaRPr lang="en-GB"/>
          </a:p>
        </p:txBody>
      </p:sp>
      <p:sp>
        <p:nvSpPr>
          <p:cNvPr id="21" name="Text Placeholder 16">
            <a:extLst>
              <a:ext uri="{FF2B5EF4-FFF2-40B4-BE49-F238E27FC236}">
                <a16:creationId xmlns:a16="http://schemas.microsoft.com/office/drawing/2014/main" id="{C286D925-BA1B-D564-D562-00D59318F5FE}"/>
              </a:ext>
            </a:extLst>
          </p:cNvPr>
          <p:cNvSpPr>
            <a:spLocks noGrp="1"/>
          </p:cNvSpPr>
          <p:nvPr>
            <p:ph type="body" sz="quarter" idx="20" hasCustomPrompt="1"/>
          </p:nvPr>
        </p:nvSpPr>
        <p:spPr>
          <a:xfrm>
            <a:off x="4029869" y="1716956"/>
            <a:ext cx="2519364" cy="1113557"/>
          </a:xfrm>
        </p:spPr>
        <p:txBody>
          <a:bodyPr>
            <a:normAutofit/>
          </a:bodyPr>
          <a:lstStyle>
            <a:lvl1pPr marL="0" indent="0">
              <a:buNone/>
              <a:defRPr sz="1400"/>
            </a:lvl1pPr>
          </a:lstStyle>
          <a:p>
            <a:pPr lvl="0"/>
            <a:r>
              <a:rPr lang="en-US"/>
              <a:t>Click to add description or sub-sections </a:t>
            </a:r>
          </a:p>
        </p:txBody>
      </p:sp>
      <p:sp>
        <p:nvSpPr>
          <p:cNvPr id="22" name="Text Placeholder 7">
            <a:extLst>
              <a:ext uri="{FF2B5EF4-FFF2-40B4-BE49-F238E27FC236}">
                <a16:creationId xmlns:a16="http://schemas.microsoft.com/office/drawing/2014/main" id="{AE533FDD-827D-A291-A60A-0C83D9D5E18B}"/>
              </a:ext>
            </a:extLst>
          </p:cNvPr>
          <p:cNvSpPr>
            <a:spLocks noGrp="1"/>
          </p:cNvSpPr>
          <p:nvPr>
            <p:ph type="body" sz="quarter" idx="21" hasCustomPrompt="1"/>
          </p:nvPr>
        </p:nvSpPr>
        <p:spPr>
          <a:xfrm>
            <a:off x="7380286" y="1347624"/>
            <a:ext cx="2519364" cy="369332"/>
          </a:xfrm>
        </p:spPr>
        <p:txBody>
          <a:bodyPr wrap="square">
            <a:normAutofit/>
          </a:bodyPr>
          <a:lstStyle>
            <a:lvl1pPr marL="0" indent="0">
              <a:buNone/>
              <a:defRPr sz="1800" b="1">
                <a:solidFill>
                  <a:schemeClr val="accent4"/>
                </a:solidFill>
              </a:defRPr>
            </a:lvl1pPr>
          </a:lstStyle>
          <a:p>
            <a:pPr lvl="0"/>
            <a:r>
              <a:rPr lang="en-US"/>
              <a:t>03. Section Name</a:t>
            </a:r>
            <a:endParaRPr lang="en-GB"/>
          </a:p>
        </p:txBody>
      </p:sp>
      <p:sp>
        <p:nvSpPr>
          <p:cNvPr id="23" name="Text Placeholder 16">
            <a:extLst>
              <a:ext uri="{FF2B5EF4-FFF2-40B4-BE49-F238E27FC236}">
                <a16:creationId xmlns:a16="http://schemas.microsoft.com/office/drawing/2014/main" id="{9D189EC2-5F54-E447-3DA3-C95225F341CF}"/>
              </a:ext>
            </a:extLst>
          </p:cNvPr>
          <p:cNvSpPr>
            <a:spLocks noGrp="1"/>
          </p:cNvSpPr>
          <p:nvPr>
            <p:ph type="body" sz="quarter" idx="22" hasCustomPrompt="1"/>
          </p:nvPr>
        </p:nvSpPr>
        <p:spPr>
          <a:xfrm>
            <a:off x="7373937" y="1716956"/>
            <a:ext cx="2519364" cy="1113557"/>
          </a:xfrm>
        </p:spPr>
        <p:txBody>
          <a:bodyPr>
            <a:normAutofit/>
          </a:bodyPr>
          <a:lstStyle>
            <a:lvl1pPr marL="0" indent="0">
              <a:buNone/>
              <a:defRPr sz="1400"/>
            </a:lvl1pPr>
          </a:lstStyle>
          <a:p>
            <a:pPr lvl="0"/>
            <a:r>
              <a:rPr lang="en-US"/>
              <a:t>Click to add description or sub-sections </a:t>
            </a:r>
          </a:p>
        </p:txBody>
      </p:sp>
      <p:sp>
        <p:nvSpPr>
          <p:cNvPr id="24" name="Text Placeholder 7">
            <a:extLst>
              <a:ext uri="{FF2B5EF4-FFF2-40B4-BE49-F238E27FC236}">
                <a16:creationId xmlns:a16="http://schemas.microsoft.com/office/drawing/2014/main" id="{55C8FE86-16F2-93F4-7E82-250D6547021B}"/>
              </a:ext>
            </a:extLst>
          </p:cNvPr>
          <p:cNvSpPr>
            <a:spLocks noGrp="1"/>
          </p:cNvSpPr>
          <p:nvPr>
            <p:ph type="body" sz="quarter" idx="23" hasCustomPrompt="1"/>
          </p:nvPr>
        </p:nvSpPr>
        <p:spPr>
          <a:xfrm>
            <a:off x="692150" y="3340656"/>
            <a:ext cx="2519364" cy="369332"/>
          </a:xfrm>
        </p:spPr>
        <p:txBody>
          <a:bodyPr wrap="square">
            <a:normAutofit/>
          </a:bodyPr>
          <a:lstStyle>
            <a:lvl1pPr marL="0" indent="0">
              <a:buNone/>
              <a:defRPr sz="1800" b="1">
                <a:solidFill>
                  <a:schemeClr val="accent4"/>
                </a:solidFill>
              </a:defRPr>
            </a:lvl1pPr>
          </a:lstStyle>
          <a:p>
            <a:pPr lvl="0"/>
            <a:r>
              <a:rPr lang="en-US"/>
              <a:t>04. Section Name</a:t>
            </a:r>
            <a:endParaRPr lang="en-GB"/>
          </a:p>
        </p:txBody>
      </p:sp>
      <p:sp>
        <p:nvSpPr>
          <p:cNvPr id="25" name="Text Placeholder 16">
            <a:extLst>
              <a:ext uri="{FF2B5EF4-FFF2-40B4-BE49-F238E27FC236}">
                <a16:creationId xmlns:a16="http://schemas.microsoft.com/office/drawing/2014/main" id="{6AF7C633-55B1-8CB1-B336-D58F642B2D0F}"/>
              </a:ext>
            </a:extLst>
          </p:cNvPr>
          <p:cNvSpPr>
            <a:spLocks noGrp="1"/>
          </p:cNvSpPr>
          <p:nvPr>
            <p:ph type="body" sz="quarter" idx="24" hasCustomPrompt="1"/>
          </p:nvPr>
        </p:nvSpPr>
        <p:spPr>
          <a:xfrm>
            <a:off x="685801" y="3709988"/>
            <a:ext cx="2519364" cy="1113557"/>
          </a:xfrm>
        </p:spPr>
        <p:txBody>
          <a:bodyPr>
            <a:normAutofit/>
          </a:bodyPr>
          <a:lstStyle>
            <a:lvl1pPr marL="0" indent="0">
              <a:buNone/>
              <a:defRPr sz="1400"/>
            </a:lvl1pPr>
          </a:lstStyle>
          <a:p>
            <a:pPr lvl="0"/>
            <a:r>
              <a:rPr lang="en-US"/>
              <a:t>Click to add description or sub-sections </a:t>
            </a:r>
          </a:p>
        </p:txBody>
      </p:sp>
      <p:sp>
        <p:nvSpPr>
          <p:cNvPr id="26" name="Text Placeholder 7">
            <a:extLst>
              <a:ext uri="{FF2B5EF4-FFF2-40B4-BE49-F238E27FC236}">
                <a16:creationId xmlns:a16="http://schemas.microsoft.com/office/drawing/2014/main" id="{52DA6172-C938-A754-4633-A96E0FCAD62B}"/>
              </a:ext>
            </a:extLst>
          </p:cNvPr>
          <p:cNvSpPr>
            <a:spLocks noGrp="1"/>
          </p:cNvSpPr>
          <p:nvPr>
            <p:ph type="body" sz="quarter" idx="25" hasCustomPrompt="1"/>
          </p:nvPr>
        </p:nvSpPr>
        <p:spPr>
          <a:xfrm>
            <a:off x="4036218" y="3340656"/>
            <a:ext cx="2519364" cy="369332"/>
          </a:xfrm>
        </p:spPr>
        <p:txBody>
          <a:bodyPr wrap="square">
            <a:normAutofit/>
          </a:bodyPr>
          <a:lstStyle>
            <a:lvl1pPr marL="0" indent="0">
              <a:buNone/>
              <a:defRPr sz="1800" b="1">
                <a:solidFill>
                  <a:schemeClr val="accent4"/>
                </a:solidFill>
              </a:defRPr>
            </a:lvl1pPr>
          </a:lstStyle>
          <a:p>
            <a:pPr lvl="0"/>
            <a:r>
              <a:rPr lang="en-US"/>
              <a:t>05. Section Name</a:t>
            </a:r>
            <a:endParaRPr lang="en-GB"/>
          </a:p>
        </p:txBody>
      </p:sp>
      <p:sp>
        <p:nvSpPr>
          <p:cNvPr id="27" name="Text Placeholder 16">
            <a:extLst>
              <a:ext uri="{FF2B5EF4-FFF2-40B4-BE49-F238E27FC236}">
                <a16:creationId xmlns:a16="http://schemas.microsoft.com/office/drawing/2014/main" id="{1F131311-C017-1615-9277-4F060D9F1B14}"/>
              </a:ext>
            </a:extLst>
          </p:cNvPr>
          <p:cNvSpPr>
            <a:spLocks noGrp="1"/>
          </p:cNvSpPr>
          <p:nvPr>
            <p:ph type="body" sz="quarter" idx="26" hasCustomPrompt="1"/>
          </p:nvPr>
        </p:nvSpPr>
        <p:spPr>
          <a:xfrm>
            <a:off x="4029869" y="3709988"/>
            <a:ext cx="2519364" cy="1113557"/>
          </a:xfrm>
        </p:spPr>
        <p:txBody>
          <a:bodyPr>
            <a:normAutofit/>
          </a:bodyPr>
          <a:lstStyle>
            <a:lvl1pPr marL="0" indent="0">
              <a:buNone/>
              <a:defRPr sz="1400"/>
            </a:lvl1pPr>
          </a:lstStyle>
          <a:p>
            <a:pPr lvl="0"/>
            <a:r>
              <a:rPr lang="en-US"/>
              <a:t>Click to add description or sub-sections </a:t>
            </a:r>
          </a:p>
        </p:txBody>
      </p:sp>
      <p:sp>
        <p:nvSpPr>
          <p:cNvPr id="28" name="Text Placeholder 7">
            <a:extLst>
              <a:ext uri="{FF2B5EF4-FFF2-40B4-BE49-F238E27FC236}">
                <a16:creationId xmlns:a16="http://schemas.microsoft.com/office/drawing/2014/main" id="{A93B0D6A-9643-6FD6-8571-536CE99D24D8}"/>
              </a:ext>
            </a:extLst>
          </p:cNvPr>
          <p:cNvSpPr>
            <a:spLocks noGrp="1"/>
          </p:cNvSpPr>
          <p:nvPr>
            <p:ph type="body" sz="quarter" idx="27" hasCustomPrompt="1"/>
          </p:nvPr>
        </p:nvSpPr>
        <p:spPr>
          <a:xfrm>
            <a:off x="7380286" y="3340656"/>
            <a:ext cx="2519364" cy="369332"/>
          </a:xfrm>
        </p:spPr>
        <p:txBody>
          <a:bodyPr wrap="square">
            <a:normAutofit/>
          </a:bodyPr>
          <a:lstStyle>
            <a:lvl1pPr marL="0" indent="0">
              <a:buNone/>
              <a:defRPr sz="1800" b="1">
                <a:solidFill>
                  <a:schemeClr val="accent4"/>
                </a:solidFill>
              </a:defRPr>
            </a:lvl1pPr>
          </a:lstStyle>
          <a:p>
            <a:pPr lvl="0"/>
            <a:r>
              <a:rPr lang="en-US"/>
              <a:t>06. Section Name</a:t>
            </a:r>
            <a:endParaRPr lang="en-GB"/>
          </a:p>
        </p:txBody>
      </p:sp>
      <p:sp>
        <p:nvSpPr>
          <p:cNvPr id="29" name="Text Placeholder 16">
            <a:extLst>
              <a:ext uri="{FF2B5EF4-FFF2-40B4-BE49-F238E27FC236}">
                <a16:creationId xmlns:a16="http://schemas.microsoft.com/office/drawing/2014/main" id="{8F97B6EF-30F4-4838-BC44-10AC4C1F68F2}"/>
              </a:ext>
            </a:extLst>
          </p:cNvPr>
          <p:cNvSpPr>
            <a:spLocks noGrp="1"/>
          </p:cNvSpPr>
          <p:nvPr>
            <p:ph type="body" sz="quarter" idx="28" hasCustomPrompt="1"/>
          </p:nvPr>
        </p:nvSpPr>
        <p:spPr>
          <a:xfrm>
            <a:off x="7373937" y="3709988"/>
            <a:ext cx="2519364" cy="1113557"/>
          </a:xfrm>
        </p:spPr>
        <p:txBody>
          <a:bodyPr>
            <a:normAutofit/>
          </a:bodyPr>
          <a:lstStyle>
            <a:lvl1pPr marL="0" indent="0">
              <a:buNone/>
              <a:defRPr sz="1400"/>
            </a:lvl1pPr>
          </a:lstStyle>
          <a:p>
            <a:pPr lvl="0"/>
            <a:r>
              <a:rPr lang="en-US"/>
              <a:t>Click to add description or sub-sections </a:t>
            </a:r>
          </a:p>
        </p:txBody>
      </p:sp>
      <p:pic>
        <p:nvPicPr>
          <p:cNvPr id="3" name="Graphic 2">
            <a:extLst>
              <a:ext uri="{FF2B5EF4-FFF2-40B4-BE49-F238E27FC236}">
                <a16:creationId xmlns:a16="http://schemas.microsoft.com/office/drawing/2014/main" id="{4422A1AD-B83F-FED7-85AB-3E369DC81B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C1AC644D-CA17-163D-8F07-F96A7BC18CE0}"/>
              </a:ext>
            </a:extLst>
          </p:cNvPr>
          <p:cNvGrpSpPr/>
          <p:nvPr/>
        </p:nvGrpSpPr>
        <p:grpSpPr>
          <a:xfrm>
            <a:off x="11236328" y="0"/>
            <a:ext cx="280986" cy="1282539"/>
            <a:chOff x="11222692" y="155575"/>
            <a:chExt cx="280986" cy="1282539"/>
          </a:xfrm>
          <a:solidFill>
            <a:schemeClr val="accent1"/>
          </a:solidFill>
        </p:grpSpPr>
        <p:pic>
          <p:nvPicPr>
            <p:cNvPr id="4" name="Graphic 3">
              <a:extLst>
                <a:ext uri="{FF2B5EF4-FFF2-40B4-BE49-F238E27FC236}">
                  <a16:creationId xmlns:a16="http://schemas.microsoft.com/office/drawing/2014/main" id="{398138CA-3CDD-379F-B914-EB980701107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222692" y="1219569"/>
              <a:ext cx="280986" cy="218545"/>
            </a:xfrm>
            <a:prstGeom prst="rect">
              <a:avLst/>
            </a:prstGeom>
          </p:spPr>
        </p:pic>
        <p:sp>
          <p:nvSpPr>
            <p:cNvPr id="5" name="Rectangle 4">
              <a:extLst>
                <a:ext uri="{FF2B5EF4-FFF2-40B4-BE49-F238E27FC236}">
                  <a16:creationId xmlns:a16="http://schemas.microsoft.com/office/drawing/2014/main" id="{0B83FCCC-7734-91B9-CF10-D4BA84A0DEB4}"/>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749128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5198BA0-654F-859A-392E-53AD4EC03790}"/>
              </a:ext>
            </a:extLst>
          </p:cNvPr>
          <p:cNvSpPr>
            <a:spLocks noGrp="1"/>
          </p:cNvSpPr>
          <p:nvPr>
            <p:ph type="pic" sz="quarter" idx="10" hasCustomPrompt="1"/>
          </p:nvPr>
        </p:nvSpPr>
        <p:spPr>
          <a:xfrm>
            <a:off x="0" y="0"/>
            <a:ext cx="5976938" cy="6858000"/>
          </a:xfrm>
          <a:solidFill>
            <a:schemeClr val="tx1">
              <a:lumMod val="20000"/>
              <a:lumOff val="80000"/>
            </a:schemeClr>
          </a:solidFill>
        </p:spPr>
        <p:txBody>
          <a:bodyPr bIns="1620000" anchor="ctr">
            <a:normAutofit/>
          </a:bodyPr>
          <a:lstStyle>
            <a:lvl1pPr marL="0" indent="0" algn="ctr">
              <a:buNone/>
              <a:defRPr sz="3600" baseline="-25000">
                <a:solidFill>
                  <a:schemeClr val="tx1"/>
                </a:solidFill>
              </a:defRPr>
            </a:lvl1pPr>
          </a:lstStyle>
          <a:p>
            <a:r>
              <a:rPr lang="en-GB"/>
              <a:t>Select icon to insert picture</a:t>
            </a:r>
          </a:p>
        </p:txBody>
      </p:sp>
      <p:sp>
        <p:nvSpPr>
          <p:cNvPr id="10" name="Text Placeholder 9">
            <a:extLst>
              <a:ext uri="{FF2B5EF4-FFF2-40B4-BE49-F238E27FC236}">
                <a16:creationId xmlns:a16="http://schemas.microsoft.com/office/drawing/2014/main" id="{ED61D8E2-251A-6FC6-3949-5E987F3148E4}"/>
              </a:ext>
            </a:extLst>
          </p:cNvPr>
          <p:cNvSpPr>
            <a:spLocks noGrp="1"/>
          </p:cNvSpPr>
          <p:nvPr>
            <p:ph type="body" sz="quarter" idx="12" hasCustomPrompt="1"/>
          </p:nvPr>
        </p:nvSpPr>
        <p:spPr>
          <a:xfrm>
            <a:off x="3079750" y="0"/>
            <a:ext cx="2897188" cy="6858000"/>
          </a:xfrm>
          <a:gradFill flip="none" rotWithShape="1">
            <a:gsLst>
              <a:gs pos="100000">
                <a:srgbClr val="000000">
                  <a:alpha val="0"/>
                </a:srgbClr>
              </a:gs>
              <a:gs pos="0">
                <a:srgbClr val="000000">
                  <a:alpha val="32000"/>
                </a:srgbClr>
              </a:gs>
            </a:gsLst>
            <a:lin ang="10800000" scaled="1"/>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t"/>
          <a:lstStyle>
            <a:lvl1pPr marL="0" indent="0" algn="ctr">
              <a:buNone/>
              <a:defRPr lang="en-US" sz="800" dirty="0" smtClean="0">
                <a:solidFill>
                  <a:schemeClr val="lt1"/>
                </a:solid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GB" dirty="0">
                <a:solidFill>
                  <a:schemeClr val="lt1"/>
                </a:solidFill>
              </a:defRPr>
            </a:lvl5pPr>
          </a:lstStyle>
          <a:p>
            <a:pPr defTabSz="457200"/>
            <a:r>
              <a:rPr lang="en-GB"/>
              <a:t>Do not enter text into this placeholder. </a:t>
            </a:r>
            <a:br>
              <a:rPr lang="en-GB"/>
            </a:br>
            <a:r>
              <a:rPr lang="en-GB"/>
              <a:t>This will not show up when presenting.</a:t>
            </a:r>
          </a:p>
        </p:txBody>
      </p:sp>
      <p:sp>
        <p:nvSpPr>
          <p:cNvPr id="6" name="Text Placeholder 5">
            <a:extLst>
              <a:ext uri="{FF2B5EF4-FFF2-40B4-BE49-F238E27FC236}">
                <a16:creationId xmlns:a16="http://schemas.microsoft.com/office/drawing/2014/main" id="{75E56AA3-380D-4C49-D258-51E118CBDBEE}"/>
              </a:ext>
            </a:extLst>
          </p:cNvPr>
          <p:cNvSpPr>
            <a:spLocks noGrp="1"/>
          </p:cNvSpPr>
          <p:nvPr>
            <p:ph type="body" sz="quarter" idx="11" hasCustomPrompt="1"/>
          </p:nvPr>
        </p:nvSpPr>
        <p:spPr>
          <a:xfrm rot="16200000">
            <a:off x="2847068" y="3728130"/>
            <a:ext cx="4027487" cy="2232252"/>
          </a:xfrm>
        </p:spPr>
        <p:txBody>
          <a:bodyPr lIns="0" bIns="0" anchor="ctr">
            <a:noAutofit/>
          </a:bodyPr>
          <a:lstStyle>
            <a:lvl1pPr marL="0" indent="0">
              <a:buNone/>
              <a:defRPr sz="239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endParaRPr lang="en-GB"/>
          </a:p>
        </p:txBody>
      </p:sp>
      <p:pic>
        <p:nvPicPr>
          <p:cNvPr id="5" name="Graphic 4">
            <a:extLst>
              <a:ext uri="{FF2B5EF4-FFF2-40B4-BE49-F238E27FC236}">
                <a16:creationId xmlns:a16="http://schemas.microsoft.com/office/drawing/2014/main" id="{D10790B9-968C-3ADF-14C4-14ED9A2CDD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E123DF25-179E-401A-B93A-47298B5BC7D6}"/>
              </a:ext>
            </a:extLst>
          </p:cNvPr>
          <p:cNvGrpSpPr/>
          <p:nvPr/>
        </p:nvGrpSpPr>
        <p:grpSpPr>
          <a:xfrm>
            <a:off x="11236328" y="0"/>
            <a:ext cx="280986" cy="1282539"/>
            <a:chOff x="11222692" y="155575"/>
            <a:chExt cx="280986" cy="1282539"/>
          </a:xfrm>
          <a:solidFill>
            <a:schemeClr val="accent1"/>
          </a:solidFill>
        </p:grpSpPr>
        <p:pic>
          <p:nvPicPr>
            <p:cNvPr id="7" name="Graphic 6">
              <a:extLst>
                <a:ext uri="{FF2B5EF4-FFF2-40B4-BE49-F238E27FC236}">
                  <a16:creationId xmlns:a16="http://schemas.microsoft.com/office/drawing/2014/main" id="{C8FD0CD0-7CD9-6FB6-DABE-74F2C3903D0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8" name="Rectangle 7">
              <a:extLst>
                <a:ext uri="{FF2B5EF4-FFF2-40B4-BE49-F238E27FC236}">
                  <a16:creationId xmlns:a16="http://schemas.microsoft.com/office/drawing/2014/main" id="{9CB9F875-70E1-7F6D-B85A-31C058053A01}"/>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itle 1">
            <a:extLst>
              <a:ext uri="{FF2B5EF4-FFF2-40B4-BE49-F238E27FC236}">
                <a16:creationId xmlns:a16="http://schemas.microsoft.com/office/drawing/2014/main" id="{775C178F-A28F-E288-EAB0-BE9CB52C9E52}"/>
              </a:ext>
            </a:extLst>
          </p:cNvPr>
          <p:cNvSpPr>
            <a:spLocks noGrp="1"/>
          </p:cNvSpPr>
          <p:nvPr>
            <p:ph type="title" hasCustomPrompt="1"/>
          </p:nvPr>
        </p:nvSpPr>
        <p:spPr>
          <a:xfrm>
            <a:off x="6641873" y="1866899"/>
            <a:ext cx="4875441" cy="3623129"/>
          </a:xfrm>
        </p:spPr>
        <p:txBody>
          <a:bodyPr rIns="90000" anchor="ctr">
            <a:normAutofit/>
          </a:bodyPr>
          <a:lstStyle>
            <a:lvl1pPr>
              <a:defRPr sz="3600" b="1" cap="all" baseline="0">
                <a:solidFill>
                  <a:schemeClr val="tx1"/>
                </a:solidFill>
              </a:defRPr>
            </a:lvl1pPr>
          </a:lstStyle>
          <a:p>
            <a:r>
              <a:rPr lang="en-US"/>
              <a:t>CLICK TO EDIT SECTION TITLE</a:t>
            </a:r>
            <a:endParaRPr lang="en-GB"/>
          </a:p>
        </p:txBody>
      </p:sp>
      <p:grpSp>
        <p:nvGrpSpPr>
          <p:cNvPr id="2" name="Group 1">
            <a:extLst>
              <a:ext uri="{FF2B5EF4-FFF2-40B4-BE49-F238E27FC236}">
                <a16:creationId xmlns:a16="http://schemas.microsoft.com/office/drawing/2014/main" id="{D100F441-5CD5-3692-E04B-CB3AC93C3838}"/>
              </a:ext>
            </a:extLst>
          </p:cNvPr>
          <p:cNvGrpSpPr/>
          <p:nvPr/>
        </p:nvGrpSpPr>
        <p:grpSpPr>
          <a:xfrm>
            <a:off x="-1518920" y="0"/>
            <a:ext cx="1248590" cy="3316146"/>
            <a:chOff x="-2206171" y="0"/>
            <a:chExt cx="1973942" cy="3117918"/>
          </a:xfrm>
        </p:grpSpPr>
        <p:sp>
          <p:nvSpPr>
            <p:cNvPr id="11" name="Rectangle 10">
              <a:extLst>
                <a:ext uri="{FF2B5EF4-FFF2-40B4-BE49-F238E27FC236}">
                  <a16:creationId xmlns:a16="http://schemas.microsoft.com/office/drawing/2014/main" id="{0BD493FC-C887-0A82-95D4-1242ED9CC89B}"/>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800" b="1"/>
                <a:t>TEMPLATE TIPS</a:t>
              </a:r>
            </a:p>
          </p:txBody>
        </p:sp>
        <p:sp>
          <p:nvSpPr>
            <p:cNvPr id="12" name="Rectangle 11">
              <a:extLst>
                <a:ext uri="{FF2B5EF4-FFF2-40B4-BE49-F238E27FC236}">
                  <a16:creationId xmlns:a16="http://schemas.microsoft.com/office/drawing/2014/main" id="{9A9FD7DA-C602-96EA-DA81-69B3B95056FA}"/>
                </a:ext>
              </a:extLst>
            </p:cNvPr>
            <p:cNvSpPr/>
            <p:nvPr/>
          </p:nvSpPr>
          <p:spPr>
            <a:xfrm>
              <a:off x="-2206171" y="275772"/>
              <a:ext cx="1973942" cy="28421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GB" sz="900">
                  <a:solidFill>
                    <a:schemeClr val="tx1"/>
                  </a:solidFill>
                </a:rPr>
                <a:t>The number ’01’ is an empty placeholder and will not show in show mode until a number is typed in.</a:t>
              </a:r>
            </a:p>
            <a:p>
              <a:endParaRPr lang="en-GB" sz="90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This slide uses a gradient placeholder on the right. Be careful when pasting text into this slide, or applying this layout to an existing layout, as text may automatically snap into the placeholder. If this happens, simply delete the text and reset the slide layout.</a:t>
              </a:r>
            </a:p>
            <a:p>
              <a:r>
                <a:rPr lang="en-GB" sz="900">
                  <a:solidFill>
                    <a:schemeClr val="tx1"/>
                  </a:solidFill>
                </a:rPr>
                <a:t> </a:t>
              </a:r>
            </a:p>
          </p:txBody>
        </p:sp>
      </p:grpSp>
    </p:spTree>
    <p:extLst>
      <p:ext uri="{BB962C8B-B14F-4D97-AF65-F5344CB8AC3E}">
        <p14:creationId xmlns:p14="http://schemas.microsoft.com/office/powerpoint/2010/main" val="3802122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8" name="Picture 7" descr="A picture containing diagram&#10;&#10;Description automatically generated">
            <a:extLst>
              <a:ext uri="{FF2B5EF4-FFF2-40B4-BE49-F238E27FC236}">
                <a16:creationId xmlns:a16="http://schemas.microsoft.com/office/drawing/2014/main" id="{7E4A8C32-1B25-1CDF-993D-9EEA02AA87A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flipH="1">
            <a:off x="0" y="0"/>
            <a:ext cx="5976938" cy="6858000"/>
          </a:xfrm>
          <a:prstGeom prst="rect">
            <a:avLst/>
          </a:prstGeom>
        </p:spPr>
      </p:pic>
      <p:sp>
        <p:nvSpPr>
          <p:cNvPr id="4" name="Rectangle 3">
            <a:extLst>
              <a:ext uri="{FF2B5EF4-FFF2-40B4-BE49-F238E27FC236}">
                <a16:creationId xmlns:a16="http://schemas.microsoft.com/office/drawing/2014/main" id="{7ECFF036-DA68-477B-6937-4ADEE28C2A30}"/>
              </a:ext>
            </a:extLst>
          </p:cNvPr>
          <p:cNvSpPr/>
          <p:nvPr/>
        </p:nvSpPr>
        <p:spPr>
          <a:xfrm>
            <a:off x="0" y="-1"/>
            <a:ext cx="5976938" cy="6858000"/>
          </a:xfrm>
          <a:prstGeom prst="rect">
            <a:avLst/>
          </a:prstGeom>
          <a:gradFill flip="none" rotWithShape="1">
            <a:gsLst>
              <a:gs pos="68000">
                <a:srgbClr val="000000">
                  <a:alpha val="0"/>
                </a:srgbClr>
              </a:gs>
              <a:gs pos="0">
                <a:srgbClr val="000000">
                  <a:alpha val="31000"/>
                </a:srgbClr>
              </a:gs>
            </a:gsLst>
            <a:lin ang="12600000" scaled="0"/>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72000" rIns="0" bIns="0" rtlCol="0" anchor="t">
            <a:normAutofit/>
          </a:bodyPr>
          <a:lstStyle/>
          <a:p>
            <a:pPr lvl="0" indent="0" algn="ctr" defTabSz="457200">
              <a:lnSpc>
                <a:spcPct val="100000"/>
              </a:lnSpc>
              <a:spcBef>
                <a:spcPts val="0"/>
              </a:spcBef>
              <a:spcAft>
                <a:spcPts val="1200"/>
              </a:spcAft>
              <a:buClr>
                <a:schemeClr val="accent1"/>
              </a:buClr>
              <a:buFont typeface="Arial" panose="020B0604020202020204" pitchFamily="34" charset="0"/>
              <a:buNone/>
            </a:pPr>
            <a:endParaRPr lang="en-GB" sz="800"/>
          </a:p>
        </p:txBody>
      </p:sp>
      <p:pic>
        <p:nvPicPr>
          <p:cNvPr id="5" name="Graphic 4">
            <a:extLst>
              <a:ext uri="{FF2B5EF4-FFF2-40B4-BE49-F238E27FC236}">
                <a16:creationId xmlns:a16="http://schemas.microsoft.com/office/drawing/2014/main" id="{D10790B9-968C-3ADF-14C4-14ED9A2CDD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22527" y="6118859"/>
            <a:ext cx="983672" cy="573779"/>
          </a:xfrm>
          <a:prstGeom prst="rect">
            <a:avLst/>
          </a:prstGeom>
        </p:spPr>
      </p:pic>
      <p:sp>
        <p:nvSpPr>
          <p:cNvPr id="6" name="Text Placeholder 5">
            <a:extLst>
              <a:ext uri="{FF2B5EF4-FFF2-40B4-BE49-F238E27FC236}">
                <a16:creationId xmlns:a16="http://schemas.microsoft.com/office/drawing/2014/main" id="{75E56AA3-380D-4C49-D258-51E118CBDBEE}"/>
              </a:ext>
            </a:extLst>
          </p:cNvPr>
          <p:cNvSpPr>
            <a:spLocks noGrp="1"/>
          </p:cNvSpPr>
          <p:nvPr>
            <p:ph type="body" sz="quarter" idx="11" hasCustomPrompt="1"/>
          </p:nvPr>
        </p:nvSpPr>
        <p:spPr>
          <a:xfrm rot="16200000">
            <a:off x="2847068" y="3728130"/>
            <a:ext cx="4027487" cy="2232252"/>
          </a:xfrm>
        </p:spPr>
        <p:txBody>
          <a:bodyPr lIns="0" bIns="0" anchor="ctr">
            <a:noAutofit/>
          </a:bodyPr>
          <a:lstStyle>
            <a:lvl1pPr marL="0" indent="0">
              <a:buNone/>
              <a:defRPr sz="239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endParaRPr lang="en-GB"/>
          </a:p>
        </p:txBody>
      </p:sp>
      <p:grpSp>
        <p:nvGrpSpPr>
          <p:cNvPr id="3" name="Group 2">
            <a:extLst>
              <a:ext uri="{FF2B5EF4-FFF2-40B4-BE49-F238E27FC236}">
                <a16:creationId xmlns:a16="http://schemas.microsoft.com/office/drawing/2014/main" id="{1A387A81-7B2E-214F-A7E9-AEF76B058CF0}"/>
              </a:ext>
            </a:extLst>
          </p:cNvPr>
          <p:cNvGrpSpPr/>
          <p:nvPr/>
        </p:nvGrpSpPr>
        <p:grpSpPr>
          <a:xfrm>
            <a:off x="11236328" y="0"/>
            <a:ext cx="280986" cy="1282539"/>
            <a:chOff x="11222692" y="155575"/>
            <a:chExt cx="280986" cy="1282539"/>
          </a:xfrm>
          <a:solidFill>
            <a:schemeClr val="accent1"/>
          </a:solidFill>
        </p:grpSpPr>
        <p:pic>
          <p:nvPicPr>
            <p:cNvPr id="7" name="Graphic 6">
              <a:extLst>
                <a:ext uri="{FF2B5EF4-FFF2-40B4-BE49-F238E27FC236}">
                  <a16:creationId xmlns:a16="http://schemas.microsoft.com/office/drawing/2014/main" id="{419A958D-2F5F-DFF0-650E-C876A4BF56A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222692" y="1219569"/>
              <a:ext cx="280986" cy="218545"/>
            </a:xfrm>
            <a:prstGeom prst="rect">
              <a:avLst/>
            </a:prstGeom>
          </p:spPr>
        </p:pic>
        <p:sp>
          <p:nvSpPr>
            <p:cNvPr id="9" name="Rectangle 8">
              <a:extLst>
                <a:ext uri="{FF2B5EF4-FFF2-40B4-BE49-F238E27FC236}">
                  <a16:creationId xmlns:a16="http://schemas.microsoft.com/office/drawing/2014/main" id="{E4BDBD87-4C44-2051-B590-3BAC256463DE}"/>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itle 1">
            <a:extLst>
              <a:ext uri="{FF2B5EF4-FFF2-40B4-BE49-F238E27FC236}">
                <a16:creationId xmlns:a16="http://schemas.microsoft.com/office/drawing/2014/main" id="{A85BBC5E-9CA3-35A1-2B70-0289B4F39A9E}"/>
              </a:ext>
            </a:extLst>
          </p:cNvPr>
          <p:cNvSpPr>
            <a:spLocks noGrp="1"/>
          </p:cNvSpPr>
          <p:nvPr>
            <p:ph type="title" hasCustomPrompt="1"/>
          </p:nvPr>
        </p:nvSpPr>
        <p:spPr>
          <a:xfrm>
            <a:off x="6641873" y="1866899"/>
            <a:ext cx="4875441" cy="3623129"/>
          </a:xfrm>
        </p:spPr>
        <p:txBody>
          <a:bodyPr rIns="90000" anchor="ctr">
            <a:normAutofit/>
          </a:bodyPr>
          <a:lstStyle>
            <a:lvl1pPr>
              <a:defRPr sz="3600" b="1" cap="all" baseline="0">
                <a:solidFill>
                  <a:schemeClr val="tx1"/>
                </a:solidFill>
              </a:defRPr>
            </a:lvl1pPr>
          </a:lstStyle>
          <a:p>
            <a:r>
              <a:rPr lang="en-US"/>
              <a:t>CLICK TO EDIT SECTION TITLE</a:t>
            </a:r>
            <a:endParaRPr lang="en-GB"/>
          </a:p>
        </p:txBody>
      </p:sp>
      <p:grpSp>
        <p:nvGrpSpPr>
          <p:cNvPr id="2" name="Group 1">
            <a:extLst>
              <a:ext uri="{FF2B5EF4-FFF2-40B4-BE49-F238E27FC236}">
                <a16:creationId xmlns:a16="http://schemas.microsoft.com/office/drawing/2014/main" id="{89E29573-42CC-6C87-11DD-37F7CD088C18}"/>
              </a:ext>
            </a:extLst>
          </p:cNvPr>
          <p:cNvGrpSpPr/>
          <p:nvPr/>
        </p:nvGrpSpPr>
        <p:grpSpPr>
          <a:xfrm>
            <a:off x="-1518920" y="0"/>
            <a:ext cx="1248590" cy="1459230"/>
            <a:chOff x="-2206171" y="0"/>
            <a:chExt cx="1973942" cy="1372002"/>
          </a:xfrm>
        </p:grpSpPr>
        <p:sp>
          <p:nvSpPr>
            <p:cNvPr id="10" name="Rectangle 9">
              <a:extLst>
                <a:ext uri="{FF2B5EF4-FFF2-40B4-BE49-F238E27FC236}">
                  <a16:creationId xmlns:a16="http://schemas.microsoft.com/office/drawing/2014/main" id="{9FDACFD3-EEF7-22A0-E526-BEF37D218151}"/>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800" b="1"/>
                <a:t>TEMPLATE TIPS</a:t>
              </a:r>
            </a:p>
          </p:txBody>
        </p:sp>
        <p:sp>
          <p:nvSpPr>
            <p:cNvPr id="11" name="Rectangle 10">
              <a:extLst>
                <a:ext uri="{FF2B5EF4-FFF2-40B4-BE49-F238E27FC236}">
                  <a16:creationId xmlns:a16="http://schemas.microsoft.com/office/drawing/2014/main" id="{731AF126-02C5-A43F-8306-E148A70103DA}"/>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GB" sz="900">
                  <a:solidFill>
                    <a:schemeClr val="tx1"/>
                  </a:solidFill>
                </a:rPr>
                <a:t>The number ’01’ is an empty placeholder and will not show in show mode until a number is typed in. </a:t>
              </a:r>
            </a:p>
          </p:txBody>
        </p:sp>
      </p:grpSp>
    </p:spTree>
    <p:extLst>
      <p:ext uri="{BB962C8B-B14F-4D97-AF65-F5344CB8AC3E}">
        <p14:creationId xmlns:p14="http://schemas.microsoft.com/office/powerpoint/2010/main" val="3874799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4A8C32-1B25-1CDF-993D-9EEA02AA87A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flipH="1" flipV="1">
            <a:off x="0" y="0"/>
            <a:ext cx="5976938" cy="6858000"/>
          </a:xfrm>
          <a:prstGeom prst="rect">
            <a:avLst/>
          </a:prstGeom>
        </p:spPr>
      </p:pic>
      <p:sp>
        <p:nvSpPr>
          <p:cNvPr id="9" name="Rectangle 8">
            <a:extLst>
              <a:ext uri="{FF2B5EF4-FFF2-40B4-BE49-F238E27FC236}">
                <a16:creationId xmlns:a16="http://schemas.microsoft.com/office/drawing/2014/main" id="{978FCC3E-3AE9-9F93-26E1-9A8496A4E855}"/>
              </a:ext>
            </a:extLst>
          </p:cNvPr>
          <p:cNvSpPr/>
          <p:nvPr/>
        </p:nvSpPr>
        <p:spPr>
          <a:xfrm>
            <a:off x="0" y="0"/>
            <a:ext cx="5976938" cy="6858000"/>
          </a:xfrm>
          <a:prstGeom prst="rect">
            <a:avLst/>
          </a:prstGeom>
          <a:gradFill flip="none" rotWithShape="1">
            <a:gsLst>
              <a:gs pos="68000">
                <a:srgbClr val="000000">
                  <a:alpha val="0"/>
                </a:srgbClr>
              </a:gs>
              <a:gs pos="0">
                <a:srgbClr val="000000">
                  <a:alpha val="31000"/>
                </a:srgbClr>
              </a:gs>
            </a:gsLst>
            <a:lin ang="12600000" scaled="0"/>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72000" rIns="0" bIns="0" rtlCol="0" anchor="t">
            <a:normAutofit/>
          </a:bodyPr>
          <a:lstStyle/>
          <a:p>
            <a:pPr lvl="0" indent="0" algn="ctr" defTabSz="457200">
              <a:lnSpc>
                <a:spcPct val="100000"/>
              </a:lnSpc>
              <a:spcBef>
                <a:spcPts val="0"/>
              </a:spcBef>
              <a:spcAft>
                <a:spcPts val="1200"/>
              </a:spcAft>
              <a:buClr>
                <a:schemeClr val="accent1"/>
              </a:buClr>
              <a:buFont typeface="Arial" panose="020B0604020202020204" pitchFamily="34" charset="0"/>
              <a:buNone/>
            </a:pPr>
            <a:endParaRPr lang="en-GB" sz="800"/>
          </a:p>
        </p:txBody>
      </p:sp>
      <p:sp>
        <p:nvSpPr>
          <p:cNvPr id="6" name="Text Placeholder 5">
            <a:extLst>
              <a:ext uri="{FF2B5EF4-FFF2-40B4-BE49-F238E27FC236}">
                <a16:creationId xmlns:a16="http://schemas.microsoft.com/office/drawing/2014/main" id="{75E56AA3-380D-4C49-D258-51E118CBDBEE}"/>
              </a:ext>
            </a:extLst>
          </p:cNvPr>
          <p:cNvSpPr>
            <a:spLocks noGrp="1"/>
          </p:cNvSpPr>
          <p:nvPr>
            <p:ph type="body" sz="quarter" idx="11" hasCustomPrompt="1"/>
          </p:nvPr>
        </p:nvSpPr>
        <p:spPr>
          <a:xfrm rot="16200000">
            <a:off x="2847068" y="3728130"/>
            <a:ext cx="4027487" cy="2232252"/>
          </a:xfrm>
        </p:spPr>
        <p:txBody>
          <a:bodyPr lIns="0" bIns="0" anchor="ctr">
            <a:noAutofit/>
          </a:bodyPr>
          <a:lstStyle>
            <a:lvl1pPr marL="0" indent="0">
              <a:buNone/>
              <a:defRPr sz="239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endParaRPr lang="en-GB"/>
          </a:p>
        </p:txBody>
      </p:sp>
      <p:pic>
        <p:nvPicPr>
          <p:cNvPr id="5" name="Graphic 4">
            <a:extLst>
              <a:ext uri="{FF2B5EF4-FFF2-40B4-BE49-F238E27FC236}">
                <a16:creationId xmlns:a16="http://schemas.microsoft.com/office/drawing/2014/main" id="{D10790B9-968C-3ADF-14C4-14ED9A2CDD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2255929B-BFC4-2A46-0CBA-E288C616D46C}"/>
              </a:ext>
            </a:extLst>
          </p:cNvPr>
          <p:cNvGrpSpPr/>
          <p:nvPr/>
        </p:nvGrpSpPr>
        <p:grpSpPr>
          <a:xfrm>
            <a:off x="11236328" y="0"/>
            <a:ext cx="280986" cy="1282539"/>
            <a:chOff x="11222692" y="155575"/>
            <a:chExt cx="280986" cy="1282539"/>
          </a:xfrm>
          <a:solidFill>
            <a:schemeClr val="accent1"/>
          </a:solidFill>
        </p:grpSpPr>
        <p:pic>
          <p:nvPicPr>
            <p:cNvPr id="4" name="Graphic 3">
              <a:extLst>
                <a:ext uri="{FF2B5EF4-FFF2-40B4-BE49-F238E27FC236}">
                  <a16:creationId xmlns:a16="http://schemas.microsoft.com/office/drawing/2014/main" id="{985A387B-31C7-3484-EF26-18AD3EC0652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222692" y="1219569"/>
              <a:ext cx="280986" cy="218545"/>
            </a:xfrm>
            <a:prstGeom prst="rect">
              <a:avLst/>
            </a:prstGeom>
          </p:spPr>
        </p:pic>
        <p:sp>
          <p:nvSpPr>
            <p:cNvPr id="7" name="Rectangle 6">
              <a:extLst>
                <a:ext uri="{FF2B5EF4-FFF2-40B4-BE49-F238E27FC236}">
                  <a16:creationId xmlns:a16="http://schemas.microsoft.com/office/drawing/2014/main" id="{D65047FA-42BB-E0A1-61C4-D0746A07DFDB}"/>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itle 1">
            <a:extLst>
              <a:ext uri="{FF2B5EF4-FFF2-40B4-BE49-F238E27FC236}">
                <a16:creationId xmlns:a16="http://schemas.microsoft.com/office/drawing/2014/main" id="{4216551D-C457-444C-0B68-80E443C545EA}"/>
              </a:ext>
            </a:extLst>
          </p:cNvPr>
          <p:cNvSpPr>
            <a:spLocks noGrp="1"/>
          </p:cNvSpPr>
          <p:nvPr>
            <p:ph type="title" hasCustomPrompt="1"/>
          </p:nvPr>
        </p:nvSpPr>
        <p:spPr>
          <a:xfrm>
            <a:off x="6641873" y="1866899"/>
            <a:ext cx="4875441" cy="3623129"/>
          </a:xfrm>
        </p:spPr>
        <p:txBody>
          <a:bodyPr rIns="90000" anchor="ctr">
            <a:normAutofit/>
          </a:bodyPr>
          <a:lstStyle>
            <a:lvl1pPr>
              <a:defRPr sz="3600" b="1" cap="all" baseline="0">
                <a:solidFill>
                  <a:schemeClr val="tx1"/>
                </a:solidFill>
              </a:defRPr>
            </a:lvl1pPr>
          </a:lstStyle>
          <a:p>
            <a:r>
              <a:rPr lang="en-US"/>
              <a:t>CLICK TO EDIT SECTION TITLE</a:t>
            </a:r>
            <a:endParaRPr lang="en-GB"/>
          </a:p>
        </p:txBody>
      </p:sp>
      <p:grpSp>
        <p:nvGrpSpPr>
          <p:cNvPr id="2" name="Group 1">
            <a:extLst>
              <a:ext uri="{FF2B5EF4-FFF2-40B4-BE49-F238E27FC236}">
                <a16:creationId xmlns:a16="http://schemas.microsoft.com/office/drawing/2014/main" id="{72C71105-D906-A438-D4EE-96B4FF66BC03}"/>
              </a:ext>
            </a:extLst>
          </p:cNvPr>
          <p:cNvGrpSpPr/>
          <p:nvPr/>
        </p:nvGrpSpPr>
        <p:grpSpPr>
          <a:xfrm>
            <a:off x="-1518920" y="0"/>
            <a:ext cx="1248590" cy="1459230"/>
            <a:chOff x="-2206171" y="0"/>
            <a:chExt cx="1973942" cy="1372002"/>
          </a:xfrm>
        </p:grpSpPr>
        <p:sp>
          <p:nvSpPr>
            <p:cNvPr id="10" name="Rectangle 9">
              <a:extLst>
                <a:ext uri="{FF2B5EF4-FFF2-40B4-BE49-F238E27FC236}">
                  <a16:creationId xmlns:a16="http://schemas.microsoft.com/office/drawing/2014/main" id="{480D96A4-92B1-D3BA-1E87-BC3D262ED8E6}"/>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800" b="1"/>
                <a:t>TEMPLATE TIPS</a:t>
              </a:r>
            </a:p>
          </p:txBody>
        </p:sp>
        <p:sp>
          <p:nvSpPr>
            <p:cNvPr id="11" name="Rectangle 10">
              <a:extLst>
                <a:ext uri="{FF2B5EF4-FFF2-40B4-BE49-F238E27FC236}">
                  <a16:creationId xmlns:a16="http://schemas.microsoft.com/office/drawing/2014/main" id="{5D2E6CE0-1523-674D-3148-3F0D34D1E66C}"/>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GB" sz="900">
                  <a:solidFill>
                    <a:schemeClr val="tx1"/>
                  </a:solidFill>
                </a:rPr>
                <a:t>The number ’01’ is an empty placeholder and will not show in show mode until a number is typed in. </a:t>
              </a:r>
            </a:p>
          </p:txBody>
        </p:sp>
      </p:grpSp>
    </p:spTree>
    <p:extLst>
      <p:ext uri="{BB962C8B-B14F-4D97-AF65-F5344CB8AC3E}">
        <p14:creationId xmlns:p14="http://schemas.microsoft.com/office/powerpoint/2010/main" val="21529098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4A8C32-1B25-1CDF-993D-9EEA02AA87A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rot="10800000" flipH="1" flipV="1">
            <a:off x="0" y="0"/>
            <a:ext cx="5976938" cy="6858000"/>
          </a:xfrm>
          <a:prstGeom prst="rect">
            <a:avLst/>
          </a:prstGeom>
        </p:spPr>
      </p:pic>
      <p:sp>
        <p:nvSpPr>
          <p:cNvPr id="9" name="Rectangle 8">
            <a:extLst>
              <a:ext uri="{FF2B5EF4-FFF2-40B4-BE49-F238E27FC236}">
                <a16:creationId xmlns:a16="http://schemas.microsoft.com/office/drawing/2014/main" id="{978FCC3E-3AE9-9F93-26E1-9A8496A4E855}"/>
              </a:ext>
            </a:extLst>
          </p:cNvPr>
          <p:cNvSpPr/>
          <p:nvPr/>
        </p:nvSpPr>
        <p:spPr>
          <a:xfrm>
            <a:off x="393699" y="-1"/>
            <a:ext cx="5583237" cy="6858000"/>
          </a:xfrm>
          <a:prstGeom prst="rect">
            <a:avLst/>
          </a:prstGeom>
          <a:gradFill flip="none" rotWithShape="1">
            <a:gsLst>
              <a:gs pos="68000">
                <a:srgbClr val="000000">
                  <a:alpha val="0"/>
                </a:srgbClr>
              </a:gs>
              <a:gs pos="0">
                <a:srgbClr val="000000">
                  <a:alpha val="31000"/>
                </a:srgbClr>
              </a:gs>
            </a:gsLst>
            <a:lin ang="12600000" scaled="0"/>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72000" rIns="0" bIns="0" rtlCol="0" anchor="t">
            <a:normAutofit/>
          </a:bodyPr>
          <a:lstStyle/>
          <a:p>
            <a:pPr lvl="0" indent="0" algn="ctr" defTabSz="457200">
              <a:lnSpc>
                <a:spcPct val="100000"/>
              </a:lnSpc>
              <a:spcBef>
                <a:spcPts val="0"/>
              </a:spcBef>
              <a:spcAft>
                <a:spcPts val="1200"/>
              </a:spcAft>
              <a:buClr>
                <a:schemeClr val="accent1"/>
              </a:buClr>
              <a:buFont typeface="Arial" panose="020B0604020202020204" pitchFamily="34" charset="0"/>
              <a:buNone/>
            </a:pPr>
            <a:endParaRPr lang="en-GB" sz="800"/>
          </a:p>
        </p:txBody>
      </p:sp>
      <p:sp>
        <p:nvSpPr>
          <p:cNvPr id="6" name="Text Placeholder 5">
            <a:extLst>
              <a:ext uri="{FF2B5EF4-FFF2-40B4-BE49-F238E27FC236}">
                <a16:creationId xmlns:a16="http://schemas.microsoft.com/office/drawing/2014/main" id="{75E56AA3-380D-4C49-D258-51E118CBDBEE}"/>
              </a:ext>
            </a:extLst>
          </p:cNvPr>
          <p:cNvSpPr>
            <a:spLocks noGrp="1"/>
          </p:cNvSpPr>
          <p:nvPr>
            <p:ph type="body" sz="quarter" idx="11" hasCustomPrompt="1"/>
          </p:nvPr>
        </p:nvSpPr>
        <p:spPr>
          <a:xfrm rot="16200000">
            <a:off x="2847068" y="3728130"/>
            <a:ext cx="4027487" cy="2232252"/>
          </a:xfrm>
        </p:spPr>
        <p:txBody>
          <a:bodyPr lIns="0" bIns="0" anchor="ctr">
            <a:noAutofit/>
          </a:bodyPr>
          <a:lstStyle>
            <a:lvl1pPr marL="0" indent="0">
              <a:buNone/>
              <a:defRPr sz="239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endParaRPr lang="en-GB"/>
          </a:p>
        </p:txBody>
      </p:sp>
      <p:pic>
        <p:nvPicPr>
          <p:cNvPr id="5" name="Graphic 4">
            <a:extLst>
              <a:ext uri="{FF2B5EF4-FFF2-40B4-BE49-F238E27FC236}">
                <a16:creationId xmlns:a16="http://schemas.microsoft.com/office/drawing/2014/main" id="{D10790B9-968C-3ADF-14C4-14ED9A2CDD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FF404AA7-6936-D412-7ABA-6DADF0DA2C87}"/>
              </a:ext>
            </a:extLst>
          </p:cNvPr>
          <p:cNvGrpSpPr/>
          <p:nvPr/>
        </p:nvGrpSpPr>
        <p:grpSpPr>
          <a:xfrm>
            <a:off x="11236328" y="0"/>
            <a:ext cx="280986" cy="1282539"/>
            <a:chOff x="11222692" y="155575"/>
            <a:chExt cx="280986" cy="1282539"/>
          </a:xfrm>
          <a:solidFill>
            <a:schemeClr val="accent1"/>
          </a:solidFill>
        </p:grpSpPr>
        <p:pic>
          <p:nvPicPr>
            <p:cNvPr id="4" name="Graphic 3">
              <a:extLst>
                <a:ext uri="{FF2B5EF4-FFF2-40B4-BE49-F238E27FC236}">
                  <a16:creationId xmlns:a16="http://schemas.microsoft.com/office/drawing/2014/main" id="{0A07FCF5-4833-E3E5-3411-3A69FEBDC47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222692" y="1219569"/>
              <a:ext cx="280986" cy="218545"/>
            </a:xfrm>
            <a:prstGeom prst="rect">
              <a:avLst/>
            </a:prstGeom>
          </p:spPr>
        </p:pic>
        <p:sp>
          <p:nvSpPr>
            <p:cNvPr id="7" name="Rectangle 6">
              <a:extLst>
                <a:ext uri="{FF2B5EF4-FFF2-40B4-BE49-F238E27FC236}">
                  <a16:creationId xmlns:a16="http://schemas.microsoft.com/office/drawing/2014/main" id="{C85425B6-EB89-AB91-3AA6-EDD61BE2A91A}"/>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itle 1">
            <a:extLst>
              <a:ext uri="{FF2B5EF4-FFF2-40B4-BE49-F238E27FC236}">
                <a16:creationId xmlns:a16="http://schemas.microsoft.com/office/drawing/2014/main" id="{71628415-76CC-F35D-F71F-F6FDBB99D41C}"/>
              </a:ext>
            </a:extLst>
          </p:cNvPr>
          <p:cNvSpPr>
            <a:spLocks noGrp="1"/>
          </p:cNvSpPr>
          <p:nvPr>
            <p:ph type="title" hasCustomPrompt="1"/>
          </p:nvPr>
        </p:nvSpPr>
        <p:spPr>
          <a:xfrm>
            <a:off x="6641873" y="1866899"/>
            <a:ext cx="4875441" cy="3623129"/>
          </a:xfrm>
        </p:spPr>
        <p:txBody>
          <a:bodyPr rIns="90000" anchor="ctr">
            <a:normAutofit/>
          </a:bodyPr>
          <a:lstStyle>
            <a:lvl1pPr>
              <a:defRPr sz="3600" b="1" cap="all" baseline="0">
                <a:solidFill>
                  <a:schemeClr val="tx1"/>
                </a:solidFill>
              </a:defRPr>
            </a:lvl1pPr>
          </a:lstStyle>
          <a:p>
            <a:r>
              <a:rPr lang="en-US"/>
              <a:t>CLICK TO EDIT SECTION TITLE</a:t>
            </a:r>
            <a:endParaRPr lang="en-GB"/>
          </a:p>
        </p:txBody>
      </p:sp>
      <p:grpSp>
        <p:nvGrpSpPr>
          <p:cNvPr id="2" name="Group 1">
            <a:extLst>
              <a:ext uri="{FF2B5EF4-FFF2-40B4-BE49-F238E27FC236}">
                <a16:creationId xmlns:a16="http://schemas.microsoft.com/office/drawing/2014/main" id="{6F1FF7CF-9F2E-8508-5DF0-5995948B3F5E}"/>
              </a:ext>
            </a:extLst>
          </p:cNvPr>
          <p:cNvGrpSpPr/>
          <p:nvPr/>
        </p:nvGrpSpPr>
        <p:grpSpPr>
          <a:xfrm>
            <a:off x="-1518920" y="0"/>
            <a:ext cx="1248590" cy="1459230"/>
            <a:chOff x="-2206171" y="0"/>
            <a:chExt cx="1973942" cy="1372002"/>
          </a:xfrm>
        </p:grpSpPr>
        <p:sp>
          <p:nvSpPr>
            <p:cNvPr id="10" name="Rectangle 9">
              <a:extLst>
                <a:ext uri="{FF2B5EF4-FFF2-40B4-BE49-F238E27FC236}">
                  <a16:creationId xmlns:a16="http://schemas.microsoft.com/office/drawing/2014/main" id="{1A464E79-B8BF-F74B-A874-E7B9FCE2C1D9}"/>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800" b="1"/>
                <a:t>TEMPLATE TIPS</a:t>
              </a:r>
            </a:p>
          </p:txBody>
        </p:sp>
        <p:sp>
          <p:nvSpPr>
            <p:cNvPr id="11" name="Rectangle 10">
              <a:extLst>
                <a:ext uri="{FF2B5EF4-FFF2-40B4-BE49-F238E27FC236}">
                  <a16:creationId xmlns:a16="http://schemas.microsoft.com/office/drawing/2014/main" id="{E326A3DC-90A2-9916-9EDA-7264955AA6E8}"/>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GB" sz="900">
                  <a:solidFill>
                    <a:schemeClr val="tx1"/>
                  </a:solidFill>
                </a:rPr>
                <a:t>The number ’01’ is an empty placeholder and will not show in show mode until a number is typed in. </a:t>
              </a:r>
            </a:p>
          </p:txBody>
        </p:sp>
      </p:grpSp>
    </p:spTree>
    <p:extLst>
      <p:ext uri="{BB962C8B-B14F-4D97-AF65-F5344CB8AC3E}">
        <p14:creationId xmlns:p14="http://schemas.microsoft.com/office/powerpoint/2010/main" val="2339692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5">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4A8C32-1B25-1CDF-993D-9EEA02AA87A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rot="10800000" flipH="1" flipV="1">
            <a:off x="0" y="0"/>
            <a:ext cx="5976938" cy="6858000"/>
          </a:xfrm>
          <a:prstGeom prst="rect">
            <a:avLst/>
          </a:prstGeom>
        </p:spPr>
      </p:pic>
      <p:sp>
        <p:nvSpPr>
          <p:cNvPr id="9" name="Rectangle 8">
            <a:extLst>
              <a:ext uri="{FF2B5EF4-FFF2-40B4-BE49-F238E27FC236}">
                <a16:creationId xmlns:a16="http://schemas.microsoft.com/office/drawing/2014/main" id="{978FCC3E-3AE9-9F93-26E1-9A8496A4E855}"/>
              </a:ext>
            </a:extLst>
          </p:cNvPr>
          <p:cNvSpPr/>
          <p:nvPr/>
        </p:nvSpPr>
        <p:spPr>
          <a:xfrm>
            <a:off x="2322287" y="-1"/>
            <a:ext cx="3654652" cy="6858000"/>
          </a:xfrm>
          <a:prstGeom prst="rect">
            <a:avLst/>
          </a:prstGeom>
          <a:gradFill flip="none" rotWithShape="1">
            <a:gsLst>
              <a:gs pos="68000">
                <a:srgbClr val="000000">
                  <a:alpha val="0"/>
                </a:srgbClr>
              </a:gs>
              <a:gs pos="0">
                <a:srgbClr val="000000">
                  <a:alpha val="47000"/>
                </a:srgbClr>
              </a:gs>
            </a:gsLst>
            <a:lin ang="12000000" scaled="0"/>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0" tIns="72000" rIns="0" bIns="0" rtlCol="0" anchor="t">
            <a:normAutofit/>
          </a:bodyPr>
          <a:lstStyle/>
          <a:p>
            <a:pPr lvl="0" indent="0" algn="ctr" defTabSz="457200">
              <a:lnSpc>
                <a:spcPct val="100000"/>
              </a:lnSpc>
              <a:spcBef>
                <a:spcPts val="0"/>
              </a:spcBef>
              <a:spcAft>
                <a:spcPts val="1200"/>
              </a:spcAft>
              <a:buClr>
                <a:schemeClr val="accent1"/>
              </a:buClr>
              <a:buFont typeface="Arial" panose="020B0604020202020204" pitchFamily="34" charset="0"/>
              <a:buNone/>
            </a:pPr>
            <a:endParaRPr lang="en-GB" sz="800"/>
          </a:p>
        </p:txBody>
      </p:sp>
      <p:sp>
        <p:nvSpPr>
          <p:cNvPr id="6" name="Text Placeholder 5">
            <a:extLst>
              <a:ext uri="{FF2B5EF4-FFF2-40B4-BE49-F238E27FC236}">
                <a16:creationId xmlns:a16="http://schemas.microsoft.com/office/drawing/2014/main" id="{75E56AA3-380D-4C49-D258-51E118CBDBEE}"/>
              </a:ext>
            </a:extLst>
          </p:cNvPr>
          <p:cNvSpPr>
            <a:spLocks noGrp="1"/>
          </p:cNvSpPr>
          <p:nvPr>
            <p:ph type="body" sz="quarter" idx="11" hasCustomPrompt="1"/>
          </p:nvPr>
        </p:nvSpPr>
        <p:spPr>
          <a:xfrm rot="16200000">
            <a:off x="2847068" y="3728130"/>
            <a:ext cx="4027487" cy="2232252"/>
          </a:xfrm>
        </p:spPr>
        <p:txBody>
          <a:bodyPr lIns="0" bIns="0" anchor="ctr">
            <a:noAutofit/>
          </a:bodyPr>
          <a:lstStyle>
            <a:lvl1pPr marL="0" indent="0">
              <a:buNone/>
              <a:defRPr sz="239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01</a:t>
            </a:r>
            <a:endParaRPr lang="en-GB"/>
          </a:p>
        </p:txBody>
      </p:sp>
      <p:pic>
        <p:nvPicPr>
          <p:cNvPr id="5" name="Graphic 4">
            <a:extLst>
              <a:ext uri="{FF2B5EF4-FFF2-40B4-BE49-F238E27FC236}">
                <a16:creationId xmlns:a16="http://schemas.microsoft.com/office/drawing/2014/main" id="{D10790B9-968C-3ADF-14C4-14ED9A2CDD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8F9B8BB9-D9E0-24EB-DC4B-0BA936E97F53}"/>
              </a:ext>
            </a:extLst>
          </p:cNvPr>
          <p:cNvGrpSpPr/>
          <p:nvPr/>
        </p:nvGrpSpPr>
        <p:grpSpPr>
          <a:xfrm>
            <a:off x="11236328" y="0"/>
            <a:ext cx="280986" cy="1282539"/>
            <a:chOff x="11222692" y="155575"/>
            <a:chExt cx="280986" cy="1282539"/>
          </a:xfrm>
          <a:solidFill>
            <a:schemeClr val="accent1"/>
          </a:solidFill>
        </p:grpSpPr>
        <p:pic>
          <p:nvPicPr>
            <p:cNvPr id="4" name="Graphic 3">
              <a:extLst>
                <a:ext uri="{FF2B5EF4-FFF2-40B4-BE49-F238E27FC236}">
                  <a16:creationId xmlns:a16="http://schemas.microsoft.com/office/drawing/2014/main" id="{0AF2BE77-02E1-E3E2-3118-C2324899CEA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222692" y="1219569"/>
              <a:ext cx="280986" cy="218545"/>
            </a:xfrm>
            <a:prstGeom prst="rect">
              <a:avLst/>
            </a:prstGeom>
          </p:spPr>
        </p:pic>
        <p:sp>
          <p:nvSpPr>
            <p:cNvPr id="7" name="Rectangle 6">
              <a:extLst>
                <a:ext uri="{FF2B5EF4-FFF2-40B4-BE49-F238E27FC236}">
                  <a16:creationId xmlns:a16="http://schemas.microsoft.com/office/drawing/2014/main" id="{15ED8949-59DC-BAE0-5C52-DD79BA87BD62}"/>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itle 1">
            <a:extLst>
              <a:ext uri="{FF2B5EF4-FFF2-40B4-BE49-F238E27FC236}">
                <a16:creationId xmlns:a16="http://schemas.microsoft.com/office/drawing/2014/main" id="{0C8F6832-398C-75C1-4AF7-2A7E17D618D6}"/>
              </a:ext>
            </a:extLst>
          </p:cNvPr>
          <p:cNvSpPr>
            <a:spLocks noGrp="1"/>
          </p:cNvSpPr>
          <p:nvPr>
            <p:ph type="title" hasCustomPrompt="1"/>
          </p:nvPr>
        </p:nvSpPr>
        <p:spPr>
          <a:xfrm>
            <a:off x="6641873" y="1866899"/>
            <a:ext cx="4875441" cy="3623129"/>
          </a:xfrm>
        </p:spPr>
        <p:txBody>
          <a:bodyPr rIns="90000" anchor="ctr">
            <a:normAutofit/>
          </a:bodyPr>
          <a:lstStyle>
            <a:lvl1pPr>
              <a:defRPr sz="3600" b="1" cap="all" baseline="0">
                <a:solidFill>
                  <a:schemeClr val="tx1"/>
                </a:solidFill>
              </a:defRPr>
            </a:lvl1pPr>
          </a:lstStyle>
          <a:p>
            <a:r>
              <a:rPr lang="en-US"/>
              <a:t>CLICK TO EDIT SECTION TITLE</a:t>
            </a:r>
            <a:endParaRPr lang="en-GB"/>
          </a:p>
        </p:txBody>
      </p:sp>
      <p:grpSp>
        <p:nvGrpSpPr>
          <p:cNvPr id="2" name="Group 1">
            <a:extLst>
              <a:ext uri="{FF2B5EF4-FFF2-40B4-BE49-F238E27FC236}">
                <a16:creationId xmlns:a16="http://schemas.microsoft.com/office/drawing/2014/main" id="{A316FEE2-8727-6AE7-508D-C9E19FE6DF2B}"/>
              </a:ext>
            </a:extLst>
          </p:cNvPr>
          <p:cNvGrpSpPr/>
          <p:nvPr/>
        </p:nvGrpSpPr>
        <p:grpSpPr>
          <a:xfrm>
            <a:off x="-1518920" y="0"/>
            <a:ext cx="1248590" cy="1459230"/>
            <a:chOff x="-2206171" y="0"/>
            <a:chExt cx="1973942" cy="1372002"/>
          </a:xfrm>
        </p:grpSpPr>
        <p:sp>
          <p:nvSpPr>
            <p:cNvPr id="10" name="Rectangle 9">
              <a:extLst>
                <a:ext uri="{FF2B5EF4-FFF2-40B4-BE49-F238E27FC236}">
                  <a16:creationId xmlns:a16="http://schemas.microsoft.com/office/drawing/2014/main" id="{B98BC6B8-0EAC-3D8B-8073-599F0E7D5A32}"/>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800" b="1"/>
                <a:t>TEMPLATE TIPS</a:t>
              </a:r>
            </a:p>
          </p:txBody>
        </p:sp>
        <p:sp>
          <p:nvSpPr>
            <p:cNvPr id="11" name="Rectangle 10">
              <a:extLst>
                <a:ext uri="{FF2B5EF4-FFF2-40B4-BE49-F238E27FC236}">
                  <a16:creationId xmlns:a16="http://schemas.microsoft.com/office/drawing/2014/main" id="{7972D2FA-0C9E-71C8-6D29-EA6BC91ECC23}"/>
                </a:ext>
              </a:extLst>
            </p:cNvPr>
            <p:cNvSpPr/>
            <p:nvPr/>
          </p:nvSpPr>
          <p:spPr>
            <a:xfrm>
              <a:off x="-2206171" y="275772"/>
              <a:ext cx="1973942" cy="10962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GB" sz="900">
                  <a:solidFill>
                    <a:schemeClr val="tx1"/>
                  </a:solidFill>
                </a:rPr>
                <a:t>The number ’01’ is an empty placeholder and will not show in show mode until a number is typed in. </a:t>
              </a:r>
            </a:p>
          </p:txBody>
        </p:sp>
      </p:grpSp>
    </p:spTree>
    <p:extLst>
      <p:ext uri="{BB962C8B-B14F-4D97-AF65-F5344CB8AC3E}">
        <p14:creationId xmlns:p14="http://schemas.microsoft.com/office/powerpoint/2010/main" val="3731132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A1893FFB-82CD-D1D5-CF05-A847B96128F3}"/>
              </a:ext>
            </a:extLst>
          </p:cNvPr>
          <p:cNvSpPr>
            <a:spLocks noGrp="1"/>
          </p:cNvSpPr>
          <p:nvPr>
            <p:ph sz="quarter" idx="12"/>
          </p:nvPr>
        </p:nvSpPr>
        <p:spPr>
          <a:xfrm>
            <a:off x="685800" y="1714500"/>
            <a:ext cx="10820400" cy="422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3" name="Graphic 2">
            <a:extLst>
              <a:ext uri="{FF2B5EF4-FFF2-40B4-BE49-F238E27FC236}">
                <a16:creationId xmlns:a16="http://schemas.microsoft.com/office/drawing/2014/main" id="{F2B1148A-DDC1-DEA5-9931-D2CD8DBEEE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7E09E9B9-AFCA-64A7-6DC1-C003D04B0767}"/>
              </a:ext>
            </a:extLst>
          </p:cNvPr>
          <p:cNvGrpSpPr/>
          <p:nvPr/>
        </p:nvGrpSpPr>
        <p:grpSpPr>
          <a:xfrm>
            <a:off x="11236328" y="0"/>
            <a:ext cx="280986" cy="1282539"/>
            <a:chOff x="11222692" y="155575"/>
            <a:chExt cx="280986" cy="1282539"/>
          </a:xfrm>
          <a:solidFill>
            <a:schemeClr val="accent1"/>
          </a:solidFill>
        </p:grpSpPr>
        <p:pic>
          <p:nvPicPr>
            <p:cNvPr id="4" name="Graphic 3">
              <a:extLst>
                <a:ext uri="{FF2B5EF4-FFF2-40B4-BE49-F238E27FC236}">
                  <a16:creationId xmlns:a16="http://schemas.microsoft.com/office/drawing/2014/main" id="{7BBB5F80-C9B7-FC3D-0365-793D3600074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5" name="Rectangle 4">
              <a:extLst>
                <a:ext uri="{FF2B5EF4-FFF2-40B4-BE49-F238E27FC236}">
                  <a16:creationId xmlns:a16="http://schemas.microsoft.com/office/drawing/2014/main" id="{950C268B-26F0-5ED0-206B-A766A8777313}"/>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 name="Footer Placeholder 7">
            <a:extLst>
              <a:ext uri="{FF2B5EF4-FFF2-40B4-BE49-F238E27FC236}">
                <a16:creationId xmlns:a16="http://schemas.microsoft.com/office/drawing/2014/main" id="{437C3641-3543-3523-61C7-83D85D80E2CC}"/>
              </a:ext>
            </a:extLst>
          </p:cNvPr>
          <p:cNvSpPr>
            <a:spLocks noGrp="1"/>
          </p:cNvSpPr>
          <p:nvPr>
            <p:ph type="ftr" sz="quarter" idx="13"/>
          </p:nvPr>
        </p:nvSpPr>
        <p:spPr/>
        <p:txBody>
          <a:bodyPr/>
          <a:lstStyle/>
          <a:p>
            <a:endParaRPr lang="en-GB"/>
          </a:p>
        </p:txBody>
      </p:sp>
      <p:sp>
        <p:nvSpPr>
          <p:cNvPr id="9" name="Slide Number Placeholder 8">
            <a:extLst>
              <a:ext uri="{FF2B5EF4-FFF2-40B4-BE49-F238E27FC236}">
                <a16:creationId xmlns:a16="http://schemas.microsoft.com/office/drawing/2014/main" id="{CA31FE86-8351-FE00-A0DC-A499C7791DB6}"/>
              </a:ext>
            </a:extLst>
          </p:cNvPr>
          <p:cNvSpPr>
            <a:spLocks noGrp="1"/>
          </p:cNvSpPr>
          <p:nvPr>
            <p:ph type="sldNum" sz="quarter" idx="14"/>
          </p:nvPr>
        </p:nvSpPr>
        <p:spPr/>
        <p:txBody>
          <a:bodyPr/>
          <a:lstStyle/>
          <a:p>
            <a:fld id="{3A74F2AC-1E9A-41D4-8B35-A069FB343260}" type="slidenum">
              <a:rPr lang="en-GB" smtClean="0"/>
              <a:pPr/>
              <a:t>‹#›</a:t>
            </a:fld>
            <a:endParaRPr lang="en-GB"/>
          </a:p>
        </p:txBody>
      </p:sp>
      <p:sp>
        <p:nvSpPr>
          <p:cNvPr id="6" name="Title 5">
            <a:extLst>
              <a:ext uri="{FF2B5EF4-FFF2-40B4-BE49-F238E27FC236}">
                <a16:creationId xmlns:a16="http://schemas.microsoft.com/office/drawing/2014/main" id="{85C3C5E7-61CE-0834-2A4E-CDA4771B14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991703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A0C762-B546-FB1C-FA00-8AAA5F94097D}"/>
              </a:ext>
            </a:extLst>
          </p:cNvPr>
          <p:cNvSpPr>
            <a:spLocks noGrp="1"/>
          </p:cNvSpPr>
          <p:nvPr>
            <p:ph sz="half" idx="1"/>
          </p:nvPr>
        </p:nvSpPr>
        <p:spPr>
          <a:xfrm>
            <a:off x="685800" y="1714501"/>
            <a:ext cx="5096435" cy="4229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B466950-FAF1-8165-9B30-58CEEE9BDED2}"/>
              </a:ext>
            </a:extLst>
          </p:cNvPr>
          <p:cNvSpPr>
            <a:spLocks noGrp="1"/>
          </p:cNvSpPr>
          <p:nvPr>
            <p:ph sz="half" idx="2"/>
          </p:nvPr>
        </p:nvSpPr>
        <p:spPr>
          <a:xfrm>
            <a:off x="6409764" y="1714501"/>
            <a:ext cx="5096435" cy="4229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2" name="Graphic 11">
            <a:extLst>
              <a:ext uri="{FF2B5EF4-FFF2-40B4-BE49-F238E27FC236}">
                <a16:creationId xmlns:a16="http://schemas.microsoft.com/office/drawing/2014/main" id="{D0CE6EC2-B084-DE12-AD61-C83995219B9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17E7434A-C3B3-C6A4-B774-F4CFB97E9770}"/>
              </a:ext>
            </a:extLst>
          </p:cNvPr>
          <p:cNvGrpSpPr/>
          <p:nvPr/>
        </p:nvGrpSpPr>
        <p:grpSpPr>
          <a:xfrm>
            <a:off x="11236328" y="0"/>
            <a:ext cx="280986" cy="1282539"/>
            <a:chOff x="11222692" y="155575"/>
            <a:chExt cx="280986" cy="1282539"/>
          </a:xfrm>
          <a:solidFill>
            <a:schemeClr val="accent1"/>
          </a:solidFill>
        </p:grpSpPr>
        <p:pic>
          <p:nvPicPr>
            <p:cNvPr id="9" name="Graphic 8">
              <a:extLst>
                <a:ext uri="{FF2B5EF4-FFF2-40B4-BE49-F238E27FC236}">
                  <a16:creationId xmlns:a16="http://schemas.microsoft.com/office/drawing/2014/main" id="{157C0E07-9544-B841-CB64-BEF7E7A0AF8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10" name="Rectangle 9">
              <a:extLst>
                <a:ext uri="{FF2B5EF4-FFF2-40B4-BE49-F238E27FC236}">
                  <a16:creationId xmlns:a16="http://schemas.microsoft.com/office/drawing/2014/main" id="{14D6EF1B-0926-BAE7-CE19-791F8B52E6DA}"/>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8" name="Footer Placeholder 7">
            <a:extLst>
              <a:ext uri="{FF2B5EF4-FFF2-40B4-BE49-F238E27FC236}">
                <a16:creationId xmlns:a16="http://schemas.microsoft.com/office/drawing/2014/main" id="{58B088D9-41BE-C3C9-1315-894F22EE939A}"/>
              </a:ext>
            </a:extLst>
          </p:cNvPr>
          <p:cNvSpPr>
            <a:spLocks noGrp="1"/>
          </p:cNvSpPr>
          <p:nvPr>
            <p:ph type="ftr" sz="quarter" idx="10"/>
          </p:nvPr>
        </p:nvSpPr>
        <p:spPr/>
        <p:txBody>
          <a:bodyPr/>
          <a:lstStyle/>
          <a:p>
            <a:endParaRPr lang="en-GB"/>
          </a:p>
        </p:txBody>
      </p:sp>
      <p:sp>
        <p:nvSpPr>
          <p:cNvPr id="11" name="Slide Number Placeholder 10">
            <a:extLst>
              <a:ext uri="{FF2B5EF4-FFF2-40B4-BE49-F238E27FC236}">
                <a16:creationId xmlns:a16="http://schemas.microsoft.com/office/drawing/2014/main" id="{790EC171-7FB4-3A6D-1592-8559046F1191}"/>
              </a:ext>
            </a:extLst>
          </p:cNvPr>
          <p:cNvSpPr>
            <a:spLocks noGrp="1"/>
          </p:cNvSpPr>
          <p:nvPr>
            <p:ph type="sldNum" sz="quarter" idx="11"/>
          </p:nvPr>
        </p:nvSpPr>
        <p:spPr/>
        <p:txBody>
          <a:bodyPr/>
          <a:lstStyle/>
          <a:p>
            <a:fld id="{3A74F2AC-1E9A-41D4-8B35-A069FB343260}" type="slidenum">
              <a:rPr lang="en-GB" smtClean="0"/>
              <a:pPr/>
              <a:t>‹#›</a:t>
            </a:fld>
            <a:endParaRPr lang="en-GB"/>
          </a:p>
        </p:txBody>
      </p:sp>
      <p:sp>
        <p:nvSpPr>
          <p:cNvPr id="6" name="Title 5">
            <a:extLst>
              <a:ext uri="{FF2B5EF4-FFF2-40B4-BE49-F238E27FC236}">
                <a16:creationId xmlns:a16="http://schemas.microsoft.com/office/drawing/2014/main" id="{9A620D79-C6DB-F60B-E0E4-30904408A75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040746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ntent with headin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72F92F-049E-6536-687B-CEB17CDB98CB}"/>
              </a:ext>
            </a:extLst>
          </p:cNvPr>
          <p:cNvSpPr>
            <a:spLocks noGrp="1"/>
          </p:cNvSpPr>
          <p:nvPr>
            <p:ph type="body" idx="1" hasCustomPrompt="1"/>
          </p:nvPr>
        </p:nvSpPr>
        <p:spPr>
          <a:xfrm>
            <a:off x="685801" y="1714500"/>
            <a:ext cx="5096435" cy="850900"/>
          </a:xfrm>
        </p:spPr>
        <p:txBody>
          <a:bodyPr anchor="t">
            <a:normAutofit/>
          </a:bodyPr>
          <a:lstStyle>
            <a:lvl1pPr marL="0" indent="0">
              <a:buNone/>
              <a:defRPr sz="2000" b="1" cap="none" spc="0"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a:t>Insert heading here</a:t>
            </a:r>
          </a:p>
        </p:txBody>
      </p:sp>
      <p:sp>
        <p:nvSpPr>
          <p:cNvPr id="4" name="Content Placeholder 3">
            <a:extLst>
              <a:ext uri="{FF2B5EF4-FFF2-40B4-BE49-F238E27FC236}">
                <a16:creationId xmlns:a16="http://schemas.microsoft.com/office/drawing/2014/main" id="{4B360BC8-C041-566B-6FDC-C502C9D64A15}"/>
              </a:ext>
            </a:extLst>
          </p:cNvPr>
          <p:cNvSpPr>
            <a:spLocks noGrp="1"/>
          </p:cNvSpPr>
          <p:nvPr>
            <p:ph sz="half" idx="2"/>
          </p:nvPr>
        </p:nvSpPr>
        <p:spPr>
          <a:xfrm>
            <a:off x="685800" y="2565401"/>
            <a:ext cx="5096435"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90C7B87-D82D-46B2-E26E-D4A3F843488A}"/>
              </a:ext>
            </a:extLst>
          </p:cNvPr>
          <p:cNvSpPr>
            <a:spLocks noGrp="1"/>
          </p:cNvSpPr>
          <p:nvPr>
            <p:ph type="body" sz="quarter" idx="3" hasCustomPrompt="1"/>
          </p:nvPr>
        </p:nvSpPr>
        <p:spPr>
          <a:xfrm>
            <a:off x="6409765" y="1714500"/>
            <a:ext cx="5096434" cy="850900"/>
          </a:xfrm>
        </p:spPr>
        <p:txBody>
          <a:bodyPr anchor="t">
            <a:normAutofit/>
          </a:bodyPr>
          <a:lstStyle>
            <a:lvl1pPr marL="0" indent="0">
              <a:buNone/>
              <a:defRPr sz="2000" b="1" cap="none" spc="0"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a:t>Insert heading here</a:t>
            </a:r>
          </a:p>
        </p:txBody>
      </p:sp>
      <p:sp>
        <p:nvSpPr>
          <p:cNvPr id="6" name="Content Placeholder 5">
            <a:extLst>
              <a:ext uri="{FF2B5EF4-FFF2-40B4-BE49-F238E27FC236}">
                <a16:creationId xmlns:a16="http://schemas.microsoft.com/office/drawing/2014/main" id="{91A0345D-5470-AA9B-4A26-AA357795299E}"/>
              </a:ext>
            </a:extLst>
          </p:cNvPr>
          <p:cNvSpPr>
            <a:spLocks noGrp="1"/>
          </p:cNvSpPr>
          <p:nvPr>
            <p:ph sz="quarter" idx="4"/>
          </p:nvPr>
        </p:nvSpPr>
        <p:spPr>
          <a:xfrm>
            <a:off x="6409764" y="2565401"/>
            <a:ext cx="5096435"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7" name="Graphic 6">
            <a:extLst>
              <a:ext uri="{FF2B5EF4-FFF2-40B4-BE49-F238E27FC236}">
                <a16:creationId xmlns:a16="http://schemas.microsoft.com/office/drawing/2014/main" id="{E382E7B5-74BC-EE54-42CC-9D35A7A7EA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E097B22A-D042-493E-098A-3B5204380AD9}"/>
              </a:ext>
            </a:extLst>
          </p:cNvPr>
          <p:cNvGrpSpPr/>
          <p:nvPr/>
        </p:nvGrpSpPr>
        <p:grpSpPr>
          <a:xfrm>
            <a:off x="11236328" y="0"/>
            <a:ext cx="280986" cy="1282539"/>
            <a:chOff x="11222692" y="155575"/>
            <a:chExt cx="280986" cy="1282539"/>
          </a:xfrm>
          <a:solidFill>
            <a:schemeClr val="accent1"/>
          </a:solidFill>
        </p:grpSpPr>
        <p:pic>
          <p:nvPicPr>
            <p:cNvPr id="12" name="Graphic 11">
              <a:extLst>
                <a:ext uri="{FF2B5EF4-FFF2-40B4-BE49-F238E27FC236}">
                  <a16:creationId xmlns:a16="http://schemas.microsoft.com/office/drawing/2014/main" id="{BB6983CE-E762-7786-BFA1-016AC28A6D6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13" name="Rectangle 12">
              <a:extLst>
                <a:ext uri="{FF2B5EF4-FFF2-40B4-BE49-F238E27FC236}">
                  <a16:creationId xmlns:a16="http://schemas.microsoft.com/office/drawing/2014/main" id="{AE0E92D6-54C6-B573-8353-04B3DD51CF97}"/>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Footer Placeholder 10">
            <a:extLst>
              <a:ext uri="{FF2B5EF4-FFF2-40B4-BE49-F238E27FC236}">
                <a16:creationId xmlns:a16="http://schemas.microsoft.com/office/drawing/2014/main" id="{2D1596E9-6B99-D6B1-0424-D1707E037369}"/>
              </a:ext>
            </a:extLst>
          </p:cNvPr>
          <p:cNvSpPr>
            <a:spLocks noGrp="1"/>
          </p:cNvSpPr>
          <p:nvPr>
            <p:ph type="ftr" sz="quarter" idx="10"/>
          </p:nvPr>
        </p:nvSpPr>
        <p:spPr/>
        <p:txBody>
          <a:bodyPr/>
          <a:lstStyle/>
          <a:p>
            <a:endParaRPr lang="en-GB"/>
          </a:p>
        </p:txBody>
      </p:sp>
      <p:sp>
        <p:nvSpPr>
          <p:cNvPr id="14" name="Slide Number Placeholder 13">
            <a:extLst>
              <a:ext uri="{FF2B5EF4-FFF2-40B4-BE49-F238E27FC236}">
                <a16:creationId xmlns:a16="http://schemas.microsoft.com/office/drawing/2014/main" id="{BD426A03-A3C1-FA01-AEBE-7C28117A120E}"/>
              </a:ext>
            </a:extLst>
          </p:cNvPr>
          <p:cNvSpPr>
            <a:spLocks noGrp="1"/>
          </p:cNvSpPr>
          <p:nvPr>
            <p:ph type="sldNum" sz="quarter" idx="11"/>
          </p:nvPr>
        </p:nvSpPr>
        <p:spPr/>
        <p:txBody>
          <a:bodyPr/>
          <a:lstStyle/>
          <a:p>
            <a:fld id="{3A74F2AC-1E9A-41D4-8B35-A069FB343260}" type="slidenum">
              <a:rPr lang="en-GB" smtClean="0"/>
              <a:pPr/>
              <a:t>‹#›</a:t>
            </a:fld>
            <a:endParaRPr lang="en-GB"/>
          </a:p>
        </p:txBody>
      </p:sp>
      <p:sp>
        <p:nvSpPr>
          <p:cNvPr id="8" name="Title 7">
            <a:extLst>
              <a:ext uri="{FF2B5EF4-FFF2-40B4-BE49-F238E27FC236}">
                <a16:creationId xmlns:a16="http://schemas.microsoft.com/office/drawing/2014/main" id="{499DF51C-029F-7BF9-0F5D-ACC7B4CC967C}"/>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678463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mparison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23A513-4CA3-A1E4-5B7E-4A752E4438EB}"/>
              </a:ext>
            </a:extLst>
          </p:cNvPr>
          <p:cNvSpPr/>
          <p:nvPr/>
        </p:nvSpPr>
        <p:spPr>
          <a:xfrm>
            <a:off x="609600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a:extLst>
              <a:ext uri="{FF2B5EF4-FFF2-40B4-BE49-F238E27FC236}">
                <a16:creationId xmlns:a16="http://schemas.microsoft.com/office/drawing/2014/main" id="{E8246BAC-661E-89BE-188E-DCA2BF4497F7}"/>
              </a:ext>
            </a:extLst>
          </p:cNvPr>
          <p:cNvPicPr>
            <a:picLocks noChangeAspect="1"/>
          </p:cNvPicPr>
          <p:nvPr/>
        </p:nvPicPr>
        <p:blipFill>
          <a:blip r:embed="rId2"/>
          <a:stretch>
            <a:fillRect/>
          </a:stretch>
        </p:blipFill>
        <p:spPr>
          <a:xfrm>
            <a:off x="10522527" y="6118859"/>
            <a:ext cx="983672" cy="573779"/>
          </a:xfrm>
          <a:prstGeom prst="rect">
            <a:avLst/>
          </a:prstGeom>
        </p:spPr>
      </p:pic>
      <p:sp>
        <p:nvSpPr>
          <p:cNvPr id="3" name="Text Placeholder 2">
            <a:extLst>
              <a:ext uri="{FF2B5EF4-FFF2-40B4-BE49-F238E27FC236}">
                <a16:creationId xmlns:a16="http://schemas.microsoft.com/office/drawing/2014/main" id="{7F72F92F-049E-6536-687B-CEB17CDB98CB}"/>
              </a:ext>
            </a:extLst>
          </p:cNvPr>
          <p:cNvSpPr>
            <a:spLocks noGrp="1"/>
          </p:cNvSpPr>
          <p:nvPr>
            <p:ph type="body" idx="1" hasCustomPrompt="1"/>
          </p:nvPr>
        </p:nvSpPr>
        <p:spPr>
          <a:xfrm>
            <a:off x="685802" y="1714500"/>
            <a:ext cx="4991100" cy="850900"/>
          </a:xfrm>
        </p:spPr>
        <p:txBody>
          <a:bodyPr vert="horz" lIns="0" tIns="45720" rIns="91440" bIns="45720" rtlCol="0" anchor="t">
            <a:normAutofit/>
          </a:bodyPr>
          <a:lstStyle>
            <a:lvl1pPr marL="0" indent="0">
              <a:buNone/>
              <a:defRPr lang="en-US" sz="2000" b="1" cap="none" spc="0" baseline="0" dirty="0">
                <a:solidFill>
                  <a:schemeClr val="accent4"/>
                </a:solidFill>
              </a:defRPr>
            </a:lvl1pPr>
          </a:lstStyle>
          <a:p>
            <a:pPr marL="228600" lvl="0" indent="-228600"/>
            <a:r>
              <a:rPr lang="en-US"/>
              <a:t>Insert heading here</a:t>
            </a:r>
          </a:p>
        </p:txBody>
      </p:sp>
      <p:sp>
        <p:nvSpPr>
          <p:cNvPr id="4" name="Content Placeholder 3">
            <a:extLst>
              <a:ext uri="{FF2B5EF4-FFF2-40B4-BE49-F238E27FC236}">
                <a16:creationId xmlns:a16="http://schemas.microsoft.com/office/drawing/2014/main" id="{4B360BC8-C041-566B-6FDC-C502C9D64A15}"/>
              </a:ext>
            </a:extLst>
          </p:cNvPr>
          <p:cNvSpPr>
            <a:spLocks noGrp="1"/>
          </p:cNvSpPr>
          <p:nvPr>
            <p:ph sz="half" idx="2"/>
          </p:nvPr>
        </p:nvSpPr>
        <p:spPr>
          <a:xfrm>
            <a:off x="685801" y="2565401"/>
            <a:ext cx="499110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90C7B87-D82D-46B2-E26E-D4A3F843488A}"/>
              </a:ext>
            </a:extLst>
          </p:cNvPr>
          <p:cNvSpPr>
            <a:spLocks noGrp="1"/>
          </p:cNvSpPr>
          <p:nvPr>
            <p:ph type="body" sz="quarter" idx="3" hasCustomPrompt="1"/>
          </p:nvPr>
        </p:nvSpPr>
        <p:spPr>
          <a:xfrm>
            <a:off x="6515098" y="1714500"/>
            <a:ext cx="4991102" cy="850900"/>
          </a:xfrm>
        </p:spPr>
        <p:txBody>
          <a:bodyPr vert="horz" lIns="0" tIns="45720" rIns="91440" bIns="45720" rtlCol="0" anchor="t">
            <a:normAutofit/>
          </a:bodyPr>
          <a:lstStyle>
            <a:lvl1pPr marL="0" indent="0">
              <a:buClr>
                <a:schemeClr val="bg1"/>
              </a:buClr>
              <a:buNone/>
              <a:defRPr lang="en-US" sz="2000" b="1" cap="none" spc="0" baseline="0" dirty="0">
                <a:solidFill>
                  <a:schemeClr val="accent5"/>
                </a:solidFill>
              </a:defRPr>
            </a:lvl1pPr>
          </a:lstStyle>
          <a:p>
            <a:pPr marL="228600" lvl="0" indent="-228600"/>
            <a:r>
              <a:rPr lang="en-US"/>
              <a:t>Insert heading here</a:t>
            </a:r>
          </a:p>
        </p:txBody>
      </p:sp>
      <p:sp>
        <p:nvSpPr>
          <p:cNvPr id="6" name="Content Placeholder 5">
            <a:extLst>
              <a:ext uri="{FF2B5EF4-FFF2-40B4-BE49-F238E27FC236}">
                <a16:creationId xmlns:a16="http://schemas.microsoft.com/office/drawing/2014/main" id="{91A0345D-5470-AA9B-4A26-AA357795299E}"/>
              </a:ext>
            </a:extLst>
          </p:cNvPr>
          <p:cNvSpPr>
            <a:spLocks noGrp="1"/>
          </p:cNvSpPr>
          <p:nvPr>
            <p:ph sz="quarter" idx="4"/>
          </p:nvPr>
        </p:nvSpPr>
        <p:spPr>
          <a:xfrm>
            <a:off x="6515097" y="2565401"/>
            <a:ext cx="4991103" cy="3378200"/>
          </a:xfrm>
        </p:spPr>
        <p:txBody>
          <a:bodyPr/>
          <a:lstStyle>
            <a:lvl1pPr>
              <a:buClr>
                <a:schemeClr val="accent5"/>
              </a:buClr>
              <a:defRPr>
                <a:solidFill>
                  <a:schemeClr val="bg1"/>
                </a:solidFill>
              </a:defRPr>
            </a:lvl1pPr>
            <a:lvl2pPr>
              <a:buClr>
                <a:schemeClr val="accent5"/>
              </a:buClr>
              <a:defRPr>
                <a:solidFill>
                  <a:schemeClr val="bg1"/>
                </a:solidFill>
              </a:defRPr>
            </a:lvl2pPr>
            <a:lvl3pPr>
              <a:buClr>
                <a:schemeClr val="accent5"/>
              </a:buClr>
              <a:defRPr>
                <a:solidFill>
                  <a:schemeClr val="bg1"/>
                </a:solidFill>
              </a:defRPr>
            </a:lvl3pPr>
            <a:lvl4pPr>
              <a:buClr>
                <a:schemeClr val="accent5"/>
              </a:buClr>
              <a:defRPr>
                <a:solidFill>
                  <a:schemeClr val="bg1"/>
                </a:solidFill>
              </a:defRPr>
            </a:lvl4pPr>
            <a:lvl5pPr>
              <a:buClr>
                <a:schemeClr val="accent5"/>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itle 9">
            <a:extLst>
              <a:ext uri="{FF2B5EF4-FFF2-40B4-BE49-F238E27FC236}">
                <a16:creationId xmlns:a16="http://schemas.microsoft.com/office/drawing/2014/main" id="{0963D66B-4CBE-0AB2-F1B8-B6D82F7F3E85}"/>
              </a:ext>
            </a:extLst>
          </p:cNvPr>
          <p:cNvSpPr>
            <a:spLocks noGrp="1"/>
          </p:cNvSpPr>
          <p:nvPr>
            <p:ph type="title"/>
          </p:nvPr>
        </p:nvSpPr>
        <p:spPr>
          <a:xfrm>
            <a:off x="685800" y="303166"/>
            <a:ext cx="4724401" cy="1134949"/>
          </a:xfrm>
        </p:spPr>
        <p:txBody>
          <a:bodyPr/>
          <a:lstStyle>
            <a:lvl1pPr>
              <a:defRPr b="0"/>
            </a:lvl1pPr>
          </a:lstStyle>
          <a:p>
            <a:r>
              <a:rPr lang="en-US"/>
              <a:t>Click to edit Master title style</a:t>
            </a:r>
            <a:endParaRPr lang="en-GB"/>
          </a:p>
        </p:txBody>
      </p:sp>
      <p:grpSp>
        <p:nvGrpSpPr>
          <p:cNvPr id="7" name="Group 6">
            <a:extLst>
              <a:ext uri="{FF2B5EF4-FFF2-40B4-BE49-F238E27FC236}">
                <a16:creationId xmlns:a16="http://schemas.microsoft.com/office/drawing/2014/main" id="{2FF03ED1-6EFF-9AE6-871B-2056D459852B}"/>
              </a:ext>
            </a:extLst>
          </p:cNvPr>
          <p:cNvGrpSpPr/>
          <p:nvPr/>
        </p:nvGrpSpPr>
        <p:grpSpPr>
          <a:xfrm>
            <a:off x="11236328" y="0"/>
            <a:ext cx="280986" cy="1282539"/>
            <a:chOff x="11222692" y="155575"/>
            <a:chExt cx="280986" cy="1282539"/>
          </a:xfrm>
          <a:solidFill>
            <a:schemeClr val="bg1"/>
          </a:solidFill>
        </p:grpSpPr>
        <p:pic>
          <p:nvPicPr>
            <p:cNvPr id="12" name="Graphic 11">
              <a:extLst>
                <a:ext uri="{FF2B5EF4-FFF2-40B4-BE49-F238E27FC236}">
                  <a16:creationId xmlns:a16="http://schemas.microsoft.com/office/drawing/2014/main" id="{60EE93AB-CE49-7E90-B148-8AA32748835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222692" y="1219569"/>
              <a:ext cx="280986" cy="218545"/>
            </a:xfrm>
            <a:prstGeom prst="rect">
              <a:avLst/>
            </a:prstGeom>
          </p:spPr>
        </p:pic>
        <p:sp>
          <p:nvSpPr>
            <p:cNvPr id="14" name="Rectangle 13">
              <a:extLst>
                <a:ext uri="{FF2B5EF4-FFF2-40B4-BE49-F238E27FC236}">
                  <a16:creationId xmlns:a16="http://schemas.microsoft.com/office/drawing/2014/main" id="{B50E4D5C-B709-2E2A-8F1B-38518DD71616}"/>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Footer Placeholder 10">
            <a:extLst>
              <a:ext uri="{FF2B5EF4-FFF2-40B4-BE49-F238E27FC236}">
                <a16:creationId xmlns:a16="http://schemas.microsoft.com/office/drawing/2014/main" id="{F6CB1748-83F4-2912-8C85-011C29E053C3}"/>
              </a:ext>
            </a:extLst>
          </p:cNvPr>
          <p:cNvSpPr>
            <a:spLocks noGrp="1"/>
          </p:cNvSpPr>
          <p:nvPr>
            <p:ph type="ftr" sz="quarter" idx="10"/>
          </p:nvPr>
        </p:nvSpPr>
        <p:spPr/>
        <p:txBody>
          <a:bodyPr/>
          <a:lstStyle/>
          <a:p>
            <a:endParaRPr lang="en-GB"/>
          </a:p>
        </p:txBody>
      </p:sp>
      <p:sp>
        <p:nvSpPr>
          <p:cNvPr id="15" name="Slide Number Placeholder 14">
            <a:extLst>
              <a:ext uri="{FF2B5EF4-FFF2-40B4-BE49-F238E27FC236}">
                <a16:creationId xmlns:a16="http://schemas.microsoft.com/office/drawing/2014/main" id="{D038AC1F-6F6F-3A80-F016-FA45C08168CE}"/>
              </a:ext>
            </a:extLst>
          </p:cNvPr>
          <p:cNvSpPr>
            <a:spLocks noGrp="1"/>
          </p:cNvSpPr>
          <p:nvPr>
            <p:ph type="sldNum" sz="quarter" idx="11"/>
          </p:nvPr>
        </p:nvSpPr>
        <p:spPr/>
        <p:txBody>
          <a:bodyPr/>
          <a:lstStyle/>
          <a:p>
            <a:fld id="{3A74F2AC-1E9A-41D4-8B35-A069FB343260}" type="slidenum">
              <a:rPr lang="en-GB" smtClean="0"/>
              <a:pPr/>
              <a:t>‹#›</a:t>
            </a:fld>
            <a:endParaRPr lang="en-GB"/>
          </a:p>
        </p:txBody>
      </p:sp>
    </p:spTree>
    <p:extLst>
      <p:ext uri="{BB962C8B-B14F-4D97-AF65-F5344CB8AC3E}">
        <p14:creationId xmlns:p14="http://schemas.microsoft.com/office/powerpoint/2010/main" val="757571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 Column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72F92F-049E-6536-687B-CEB17CDB98CB}"/>
              </a:ext>
            </a:extLst>
          </p:cNvPr>
          <p:cNvSpPr>
            <a:spLocks noGrp="1"/>
          </p:cNvSpPr>
          <p:nvPr>
            <p:ph type="body" idx="1" hasCustomPrompt="1"/>
          </p:nvPr>
        </p:nvSpPr>
        <p:spPr>
          <a:xfrm>
            <a:off x="685802" y="1714499"/>
            <a:ext cx="3448050" cy="850901"/>
          </a:xfrm>
        </p:spPr>
        <p:txBody>
          <a:bodyPr tIns="0" anchor="t">
            <a:normAutofit/>
          </a:bodyPr>
          <a:lstStyle>
            <a:lvl1pPr marL="0" indent="0">
              <a:buNone/>
              <a:defRPr sz="1800" b="1" cap="none" spc="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a:t>Insert heading here</a:t>
            </a:r>
          </a:p>
        </p:txBody>
      </p:sp>
      <p:sp>
        <p:nvSpPr>
          <p:cNvPr id="4" name="Content Placeholder 3">
            <a:extLst>
              <a:ext uri="{FF2B5EF4-FFF2-40B4-BE49-F238E27FC236}">
                <a16:creationId xmlns:a16="http://schemas.microsoft.com/office/drawing/2014/main" id="{4B360BC8-C041-566B-6FDC-C502C9D64A15}"/>
              </a:ext>
            </a:extLst>
          </p:cNvPr>
          <p:cNvSpPr>
            <a:spLocks noGrp="1"/>
          </p:cNvSpPr>
          <p:nvPr>
            <p:ph sz="half" idx="2"/>
          </p:nvPr>
        </p:nvSpPr>
        <p:spPr>
          <a:xfrm>
            <a:off x="687389" y="2565400"/>
            <a:ext cx="3448050" cy="3378201"/>
          </a:xfrm>
          <a:solidFill>
            <a:schemeClr val="accent1"/>
          </a:solidFill>
        </p:spPr>
        <p:txBody>
          <a:bodyPr lIns="180000" tIns="144000" rIns="180000" bIns="144000">
            <a:normAutofit/>
          </a:bodyPr>
          <a:lstStyle>
            <a:lvl1pPr marL="0" indent="0">
              <a:buClr>
                <a:schemeClr val="bg1"/>
              </a:buClr>
              <a:buNone/>
              <a:defRPr sz="1600">
                <a:solidFill>
                  <a:schemeClr val="bg1"/>
                </a:solidFill>
              </a:defRPr>
            </a:lvl1pPr>
            <a:lvl2pPr>
              <a:buClr>
                <a:schemeClr val="bg1"/>
              </a:buClr>
              <a:defRPr sz="16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2">
            <a:extLst>
              <a:ext uri="{FF2B5EF4-FFF2-40B4-BE49-F238E27FC236}">
                <a16:creationId xmlns:a16="http://schemas.microsoft.com/office/drawing/2014/main" id="{8E4EC023-70AF-2C44-05BC-B26EEEE2F4E6}"/>
              </a:ext>
            </a:extLst>
          </p:cNvPr>
          <p:cNvSpPr>
            <a:spLocks noGrp="1"/>
          </p:cNvSpPr>
          <p:nvPr>
            <p:ph type="body" idx="13" hasCustomPrompt="1"/>
          </p:nvPr>
        </p:nvSpPr>
        <p:spPr>
          <a:xfrm>
            <a:off x="4370386" y="1714499"/>
            <a:ext cx="3448050" cy="850901"/>
          </a:xfrm>
        </p:spPr>
        <p:txBody>
          <a:bodyPr tIns="0" anchor="t">
            <a:normAutofit/>
          </a:bodyPr>
          <a:lstStyle>
            <a:lvl1pPr marL="0" indent="0">
              <a:buNone/>
              <a:defRPr sz="1800" b="1" cap="none" spc="0"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a:t>Insert heading here</a:t>
            </a:r>
          </a:p>
        </p:txBody>
      </p:sp>
      <p:sp>
        <p:nvSpPr>
          <p:cNvPr id="14" name="Content Placeholder 3">
            <a:extLst>
              <a:ext uri="{FF2B5EF4-FFF2-40B4-BE49-F238E27FC236}">
                <a16:creationId xmlns:a16="http://schemas.microsoft.com/office/drawing/2014/main" id="{379910A7-E891-1FFD-95C5-20047A789213}"/>
              </a:ext>
            </a:extLst>
          </p:cNvPr>
          <p:cNvSpPr>
            <a:spLocks noGrp="1"/>
          </p:cNvSpPr>
          <p:nvPr>
            <p:ph sz="half" idx="14"/>
          </p:nvPr>
        </p:nvSpPr>
        <p:spPr>
          <a:xfrm>
            <a:off x="4371975" y="2565400"/>
            <a:ext cx="3448050" cy="3378201"/>
          </a:xfrm>
          <a:solidFill>
            <a:schemeClr val="accent4"/>
          </a:solidFill>
          <a:ln>
            <a:noFill/>
          </a:ln>
        </p:spPr>
        <p:txBody>
          <a:bodyPr lIns="180000" tIns="144000" rIns="180000" bIns="144000">
            <a:normAutofit/>
          </a:bodyPr>
          <a:lstStyle>
            <a:lvl1pPr marL="0" indent="0">
              <a:buClr>
                <a:schemeClr val="bg1"/>
              </a:buClr>
              <a:buNone/>
              <a:defRPr sz="1600">
                <a:solidFill>
                  <a:schemeClr val="bg1"/>
                </a:solidFill>
              </a:defRPr>
            </a:lvl1pPr>
            <a:lvl2pPr>
              <a:buClr>
                <a:schemeClr val="bg1"/>
              </a:buClr>
              <a:defRPr sz="16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2">
            <a:extLst>
              <a:ext uri="{FF2B5EF4-FFF2-40B4-BE49-F238E27FC236}">
                <a16:creationId xmlns:a16="http://schemas.microsoft.com/office/drawing/2014/main" id="{89350DC9-7378-3F89-E30E-2EA4713F604A}"/>
              </a:ext>
            </a:extLst>
          </p:cNvPr>
          <p:cNvSpPr>
            <a:spLocks noGrp="1"/>
          </p:cNvSpPr>
          <p:nvPr>
            <p:ph type="body" idx="15" hasCustomPrompt="1"/>
          </p:nvPr>
        </p:nvSpPr>
        <p:spPr>
          <a:xfrm>
            <a:off x="8058148" y="1714499"/>
            <a:ext cx="3448050" cy="850901"/>
          </a:xfrm>
        </p:spPr>
        <p:txBody>
          <a:bodyPr tIns="0" anchor="t">
            <a:normAutofit/>
          </a:bodyPr>
          <a:lstStyle>
            <a:lvl1pPr marL="0" indent="0">
              <a:buNone/>
              <a:defRPr sz="1800" b="1" cap="none" spc="0"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a:t>Insert heading here</a:t>
            </a:r>
          </a:p>
        </p:txBody>
      </p:sp>
      <p:sp>
        <p:nvSpPr>
          <p:cNvPr id="16" name="Content Placeholder 3">
            <a:extLst>
              <a:ext uri="{FF2B5EF4-FFF2-40B4-BE49-F238E27FC236}">
                <a16:creationId xmlns:a16="http://schemas.microsoft.com/office/drawing/2014/main" id="{CCDEADFD-E336-9649-C698-07D28F1808B3}"/>
              </a:ext>
            </a:extLst>
          </p:cNvPr>
          <p:cNvSpPr>
            <a:spLocks noGrp="1"/>
          </p:cNvSpPr>
          <p:nvPr>
            <p:ph sz="half" idx="16"/>
          </p:nvPr>
        </p:nvSpPr>
        <p:spPr>
          <a:xfrm>
            <a:off x="8058149" y="2565400"/>
            <a:ext cx="3448050" cy="3378201"/>
          </a:xfrm>
          <a:solidFill>
            <a:schemeClr val="accent3"/>
          </a:solidFill>
        </p:spPr>
        <p:txBody>
          <a:bodyPr lIns="180000" tIns="144000" rIns="180000" bIns="144000">
            <a:normAutofit/>
          </a:bodyPr>
          <a:lstStyle>
            <a:lvl1pPr marL="0" indent="0">
              <a:buClr>
                <a:schemeClr val="bg1"/>
              </a:buClr>
              <a:buNone/>
              <a:defRPr sz="1600">
                <a:solidFill>
                  <a:schemeClr val="bg1"/>
                </a:solidFill>
              </a:defRPr>
            </a:lvl1pPr>
            <a:lvl2pPr>
              <a:buClr>
                <a:schemeClr val="bg1"/>
              </a:buClr>
              <a:defRPr sz="16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5" name="Graphic 4">
            <a:extLst>
              <a:ext uri="{FF2B5EF4-FFF2-40B4-BE49-F238E27FC236}">
                <a16:creationId xmlns:a16="http://schemas.microsoft.com/office/drawing/2014/main" id="{5888EFEE-3D11-515C-AAC3-19C91376F9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6D6AAC84-24E2-B54A-7321-3E4D18752A47}"/>
              </a:ext>
            </a:extLst>
          </p:cNvPr>
          <p:cNvGrpSpPr/>
          <p:nvPr/>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C49B7979-E10E-73E9-5336-8F419E1C66A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7" name="Rectangle 6">
              <a:extLst>
                <a:ext uri="{FF2B5EF4-FFF2-40B4-BE49-F238E27FC236}">
                  <a16:creationId xmlns:a16="http://schemas.microsoft.com/office/drawing/2014/main" id="{BC7A71C4-D98C-7C7C-CAB4-48D833F1DD36}"/>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Footer Placeholder 10">
            <a:extLst>
              <a:ext uri="{FF2B5EF4-FFF2-40B4-BE49-F238E27FC236}">
                <a16:creationId xmlns:a16="http://schemas.microsoft.com/office/drawing/2014/main" id="{6ED9C097-9BAE-ABE7-90FE-838192FEBE58}"/>
              </a:ext>
            </a:extLst>
          </p:cNvPr>
          <p:cNvSpPr>
            <a:spLocks noGrp="1"/>
          </p:cNvSpPr>
          <p:nvPr>
            <p:ph type="ftr" sz="quarter" idx="17"/>
          </p:nvPr>
        </p:nvSpPr>
        <p:spPr/>
        <p:txBody>
          <a:bodyPr/>
          <a:lstStyle/>
          <a:p>
            <a:endParaRPr lang="en-GB"/>
          </a:p>
        </p:txBody>
      </p:sp>
      <p:sp>
        <p:nvSpPr>
          <p:cNvPr id="12" name="Slide Number Placeholder 11">
            <a:extLst>
              <a:ext uri="{FF2B5EF4-FFF2-40B4-BE49-F238E27FC236}">
                <a16:creationId xmlns:a16="http://schemas.microsoft.com/office/drawing/2014/main" id="{34847279-E04B-28BB-E0FF-145534591142}"/>
              </a:ext>
            </a:extLst>
          </p:cNvPr>
          <p:cNvSpPr>
            <a:spLocks noGrp="1"/>
          </p:cNvSpPr>
          <p:nvPr>
            <p:ph type="sldNum" sz="quarter" idx="18"/>
          </p:nvPr>
        </p:nvSpPr>
        <p:spPr/>
        <p:txBody>
          <a:bodyPr/>
          <a:lstStyle/>
          <a:p>
            <a:fld id="{3A74F2AC-1E9A-41D4-8B35-A069FB343260}" type="slidenum">
              <a:rPr lang="en-GB" smtClean="0"/>
              <a:pPr/>
              <a:t>‹#›</a:t>
            </a:fld>
            <a:endParaRPr lang="en-GB"/>
          </a:p>
        </p:txBody>
      </p:sp>
      <p:sp>
        <p:nvSpPr>
          <p:cNvPr id="9" name="Title 8">
            <a:extLst>
              <a:ext uri="{FF2B5EF4-FFF2-40B4-BE49-F238E27FC236}">
                <a16:creationId xmlns:a16="http://schemas.microsoft.com/office/drawing/2014/main" id="{38E4611C-F265-A7C1-364C-5881F307877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105861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4 Column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F72F92F-049E-6536-687B-CEB17CDB98CB}"/>
              </a:ext>
            </a:extLst>
          </p:cNvPr>
          <p:cNvSpPr>
            <a:spLocks noGrp="1"/>
          </p:cNvSpPr>
          <p:nvPr>
            <p:ph type="body" idx="1" hasCustomPrompt="1"/>
          </p:nvPr>
        </p:nvSpPr>
        <p:spPr>
          <a:xfrm>
            <a:off x="684211" y="1714501"/>
            <a:ext cx="2525712" cy="850899"/>
          </a:xfrm>
        </p:spPr>
        <p:txBody>
          <a:bodyPr tIns="0" rIns="0" anchor="t">
            <a:normAutofit/>
          </a:bodyPr>
          <a:lstStyle>
            <a:lvl1pPr marL="0" indent="0">
              <a:buNone/>
              <a:defRPr sz="1800" b="1" cap="none" spc="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a:t>Insert heading here</a:t>
            </a:r>
          </a:p>
        </p:txBody>
      </p:sp>
      <p:sp>
        <p:nvSpPr>
          <p:cNvPr id="4" name="Content Placeholder 3">
            <a:extLst>
              <a:ext uri="{FF2B5EF4-FFF2-40B4-BE49-F238E27FC236}">
                <a16:creationId xmlns:a16="http://schemas.microsoft.com/office/drawing/2014/main" id="{4B360BC8-C041-566B-6FDC-C502C9D64A15}"/>
              </a:ext>
            </a:extLst>
          </p:cNvPr>
          <p:cNvSpPr>
            <a:spLocks noGrp="1"/>
          </p:cNvSpPr>
          <p:nvPr>
            <p:ph sz="half" idx="2"/>
          </p:nvPr>
        </p:nvSpPr>
        <p:spPr>
          <a:xfrm>
            <a:off x="685802" y="2565400"/>
            <a:ext cx="2525712" cy="3378201"/>
          </a:xfrm>
          <a:solidFill>
            <a:schemeClr val="accent1"/>
          </a:solidFill>
        </p:spPr>
        <p:txBody>
          <a:bodyPr lIns="180000" tIns="144000" rIns="180000" bIns="144000">
            <a:normAutofit/>
          </a:bodyPr>
          <a:lstStyle>
            <a:lvl1pPr marL="0" indent="0">
              <a:buClr>
                <a:schemeClr val="bg1"/>
              </a:buClr>
              <a:buNone/>
              <a:defRPr sz="14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200">
                <a:solidFill>
                  <a:schemeClr val="bg1"/>
                </a:solidFill>
              </a:defRPr>
            </a:lvl4pPr>
            <a:lvl5pPr>
              <a:buClr>
                <a:schemeClr val="bg1"/>
              </a:buCl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Text Placeholder 2">
            <a:extLst>
              <a:ext uri="{FF2B5EF4-FFF2-40B4-BE49-F238E27FC236}">
                <a16:creationId xmlns:a16="http://schemas.microsoft.com/office/drawing/2014/main" id="{E8ACFE9F-384D-8B1A-9D0E-8876137976F3}"/>
              </a:ext>
            </a:extLst>
          </p:cNvPr>
          <p:cNvSpPr>
            <a:spLocks noGrp="1"/>
          </p:cNvSpPr>
          <p:nvPr>
            <p:ph type="body" idx="13" hasCustomPrompt="1"/>
          </p:nvPr>
        </p:nvSpPr>
        <p:spPr>
          <a:xfrm>
            <a:off x="3448046" y="1714501"/>
            <a:ext cx="2525712" cy="850899"/>
          </a:xfrm>
        </p:spPr>
        <p:txBody>
          <a:bodyPr tIns="0" rIns="0" anchor="t">
            <a:normAutofit/>
          </a:bodyPr>
          <a:lstStyle>
            <a:lvl1pPr marL="0" indent="0">
              <a:buNone/>
              <a:defRPr sz="1800" b="1" cap="none" spc="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a:t>Insert heading here</a:t>
            </a:r>
          </a:p>
        </p:txBody>
      </p:sp>
      <p:sp>
        <p:nvSpPr>
          <p:cNvPr id="27" name="Text Placeholder 2">
            <a:extLst>
              <a:ext uri="{FF2B5EF4-FFF2-40B4-BE49-F238E27FC236}">
                <a16:creationId xmlns:a16="http://schemas.microsoft.com/office/drawing/2014/main" id="{0E616BFA-EC98-D26B-7761-22ADD13E6F4B}"/>
              </a:ext>
            </a:extLst>
          </p:cNvPr>
          <p:cNvSpPr>
            <a:spLocks noGrp="1"/>
          </p:cNvSpPr>
          <p:nvPr>
            <p:ph type="body" idx="15" hasCustomPrompt="1"/>
          </p:nvPr>
        </p:nvSpPr>
        <p:spPr>
          <a:xfrm>
            <a:off x="6215061" y="1714501"/>
            <a:ext cx="2525712" cy="850899"/>
          </a:xfrm>
        </p:spPr>
        <p:txBody>
          <a:bodyPr tIns="0" rIns="0" anchor="t">
            <a:normAutofit/>
          </a:bodyPr>
          <a:lstStyle>
            <a:lvl1pPr marL="0" indent="0">
              <a:buNone/>
              <a:defRPr sz="1800" b="1" cap="none" spc="0"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a:t>Insert heading here</a:t>
            </a:r>
          </a:p>
        </p:txBody>
      </p:sp>
      <p:sp>
        <p:nvSpPr>
          <p:cNvPr id="29" name="Text Placeholder 2">
            <a:extLst>
              <a:ext uri="{FF2B5EF4-FFF2-40B4-BE49-F238E27FC236}">
                <a16:creationId xmlns:a16="http://schemas.microsoft.com/office/drawing/2014/main" id="{8984B1A7-4340-5D6D-F5D1-D982B155309C}"/>
              </a:ext>
            </a:extLst>
          </p:cNvPr>
          <p:cNvSpPr>
            <a:spLocks noGrp="1"/>
          </p:cNvSpPr>
          <p:nvPr>
            <p:ph type="body" idx="17" hasCustomPrompt="1"/>
          </p:nvPr>
        </p:nvSpPr>
        <p:spPr>
          <a:xfrm>
            <a:off x="8978896" y="1714501"/>
            <a:ext cx="2525712" cy="850899"/>
          </a:xfrm>
        </p:spPr>
        <p:txBody>
          <a:bodyPr tIns="0" rIns="0" anchor="t">
            <a:normAutofit/>
          </a:bodyPr>
          <a:lstStyle>
            <a:lvl1pPr marL="0" indent="0">
              <a:buNone/>
              <a:defRPr sz="1800" b="1" cap="none" spc="0" baseline="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228600" lvl="0" indent="-228600"/>
            <a:r>
              <a:rPr lang="en-US"/>
              <a:t>Insert heading here</a:t>
            </a:r>
          </a:p>
        </p:txBody>
      </p:sp>
      <p:pic>
        <p:nvPicPr>
          <p:cNvPr id="5" name="Graphic 4">
            <a:extLst>
              <a:ext uri="{FF2B5EF4-FFF2-40B4-BE49-F238E27FC236}">
                <a16:creationId xmlns:a16="http://schemas.microsoft.com/office/drawing/2014/main" id="{33AC2BE0-6F5A-4CD9-CCA4-5A71C259BD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BCDB2F73-00FC-A593-CC32-4CA0369085BC}"/>
              </a:ext>
            </a:extLst>
          </p:cNvPr>
          <p:cNvGrpSpPr/>
          <p:nvPr/>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85EC8C63-899C-96D6-BA01-CC9EB93F791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7" name="Rectangle 6">
              <a:extLst>
                <a:ext uri="{FF2B5EF4-FFF2-40B4-BE49-F238E27FC236}">
                  <a16:creationId xmlns:a16="http://schemas.microsoft.com/office/drawing/2014/main" id="{84D23BAF-6E4B-D118-2105-9B3715B3FD8E}"/>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Footer Placeholder 10">
            <a:extLst>
              <a:ext uri="{FF2B5EF4-FFF2-40B4-BE49-F238E27FC236}">
                <a16:creationId xmlns:a16="http://schemas.microsoft.com/office/drawing/2014/main" id="{78AAFA28-B403-36FE-C62D-34465E01B9E8}"/>
              </a:ext>
            </a:extLst>
          </p:cNvPr>
          <p:cNvSpPr>
            <a:spLocks noGrp="1"/>
          </p:cNvSpPr>
          <p:nvPr>
            <p:ph type="ftr" sz="quarter" idx="19"/>
          </p:nvPr>
        </p:nvSpPr>
        <p:spPr/>
        <p:txBody>
          <a:bodyPr/>
          <a:lstStyle/>
          <a:p>
            <a:endParaRPr lang="en-GB"/>
          </a:p>
        </p:txBody>
      </p:sp>
      <p:sp>
        <p:nvSpPr>
          <p:cNvPr id="12" name="Slide Number Placeholder 11">
            <a:extLst>
              <a:ext uri="{FF2B5EF4-FFF2-40B4-BE49-F238E27FC236}">
                <a16:creationId xmlns:a16="http://schemas.microsoft.com/office/drawing/2014/main" id="{B5C5282B-DB52-402A-EF5A-368C216C9AD0}"/>
              </a:ext>
            </a:extLst>
          </p:cNvPr>
          <p:cNvSpPr>
            <a:spLocks noGrp="1"/>
          </p:cNvSpPr>
          <p:nvPr>
            <p:ph type="sldNum" sz="quarter" idx="20"/>
          </p:nvPr>
        </p:nvSpPr>
        <p:spPr/>
        <p:txBody>
          <a:bodyPr/>
          <a:lstStyle/>
          <a:p>
            <a:fld id="{3A74F2AC-1E9A-41D4-8B35-A069FB343260}" type="slidenum">
              <a:rPr lang="en-GB" smtClean="0"/>
              <a:pPr/>
              <a:t>‹#›</a:t>
            </a:fld>
            <a:endParaRPr lang="en-GB"/>
          </a:p>
        </p:txBody>
      </p:sp>
      <p:sp>
        <p:nvSpPr>
          <p:cNvPr id="8" name="Content Placeholder 3">
            <a:extLst>
              <a:ext uri="{FF2B5EF4-FFF2-40B4-BE49-F238E27FC236}">
                <a16:creationId xmlns:a16="http://schemas.microsoft.com/office/drawing/2014/main" id="{E4F2BE18-6782-FF02-8D98-50957ECCDEEA}"/>
              </a:ext>
            </a:extLst>
          </p:cNvPr>
          <p:cNvSpPr>
            <a:spLocks noGrp="1"/>
          </p:cNvSpPr>
          <p:nvPr>
            <p:ph sz="half" idx="21"/>
          </p:nvPr>
        </p:nvSpPr>
        <p:spPr>
          <a:xfrm>
            <a:off x="3448046" y="2565400"/>
            <a:ext cx="2525712" cy="3378201"/>
          </a:xfrm>
          <a:solidFill>
            <a:schemeClr val="accent2"/>
          </a:solidFill>
        </p:spPr>
        <p:txBody>
          <a:bodyPr lIns="180000" tIns="144000" rIns="180000" bIns="144000">
            <a:normAutofit/>
          </a:bodyPr>
          <a:lstStyle>
            <a:lvl1pPr marL="0" indent="0">
              <a:buClr>
                <a:schemeClr val="bg1"/>
              </a:buClr>
              <a:buNone/>
              <a:defRPr sz="14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200">
                <a:solidFill>
                  <a:schemeClr val="bg1"/>
                </a:solidFill>
              </a:defRPr>
            </a:lvl4pPr>
            <a:lvl5pPr>
              <a:buClr>
                <a:schemeClr val="bg1"/>
              </a:buCl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3">
            <a:extLst>
              <a:ext uri="{FF2B5EF4-FFF2-40B4-BE49-F238E27FC236}">
                <a16:creationId xmlns:a16="http://schemas.microsoft.com/office/drawing/2014/main" id="{3ABADCC8-3C30-F97F-C770-8A288F0CAA17}"/>
              </a:ext>
            </a:extLst>
          </p:cNvPr>
          <p:cNvSpPr>
            <a:spLocks noGrp="1"/>
          </p:cNvSpPr>
          <p:nvPr>
            <p:ph sz="half" idx="22"/>
          </p:nvPr>
        </p:nvSpPr>
        <p:spPr>
          <a:xfrm>
            <a:off x="6215061" y="2565400"/>
            <a:ext cx="2525712" cy="3378201"/>
          </a:xfrm>
          <a:solidFill>
            <a:schemeClr val="accent4"/>
          </a:solidFill>
        </p:spPr>
        <p:txBody>
          <a:bodyPr lIns="180000" tIns="144000" rIns="180000" bIns="144000">
            <a:normAutofit/>
          </a:bodyPr>
          <a:lstStyle>
            <a:lvl1pPr marL="0" indent="0">
              <a:buClr>
                <a:schemeClr val="bg1"/>
              </a:buClr>
              <a:buNone/>
              <a:defRPr sz="14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200">
                <a:solidFill>
                  <a:schemeClr val="bg1"/>
                </a:solidFill>
              </a:defRPr>
            </a:lvl4pPr>
            <a:lvl5pPr>
              <a:buClr>
                <a:schemeClr val="bg1"/>
              </a:buCl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3">
            <a:extLst>
              <a:ext uri="{FF2B5EF4-FFF2-40B4-BE49-F238E27FC236}">
                <a16:creationId xmlns:a16="http://schemas.microsoft.com/office/drawing/2014/main" id="{C947E93A-1E9A-AD91-22B5-36802B46C13C}"/>
              </a:ext>
            </a:extLst>
          </p:cNvPr>
          <p:cNvSpPr>
            <a:spLocks noGrp="1"/>
          </p:cNvSpPr>
          <p:nvPr>
            <p:ph sz="half" idx="23"/>
          </p:nvPr>
        </p:nvSpPr>
        <p:spPr>
          <a:xfrm>
            <a:off x="8978896" y="2565400"/>
            <a:ext cx="2525712" cy="3378201"/>
          </a:xfrm>
          <a:solidFill>
            <a:schemeClr val="accent3"/>
          </a:solidFill>
        </p:spPr>
        <p:txBody>
          <a:bodyPr lIns="180000" tIns="144000" rIns="180000" bIns="144000">
            <a:normAutofit/>
          </a:bodyPr>
          <a:lstStyle>
            <a:lvl1pPr marL="0" indent="0">
              <a:buClr>
                <a:schemeClr val="bg1"/>
              </a:buClr>
              <a:buNone/>
              <a:defRPr sz="14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200">
                <a:solidFill>
                  <a:schemeClr val="bg1"/>
                </a:solidFill>
              </a:defRPr>
            </a:lvl4pPr>
            <a:lvl5pPr>
              <a:buClr>
                <a:schemeClr val="bg1"/>
              </a:buCl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itle 13">
            <a:extLst>
              <a:ext uri="{FF2B5EF4-FFF2-40B4-BE49-F238E27FC236}">
                <a16:creationId xmlns:a16="http://schemas.microsoft.com/office/drawing/2014/main" id="{8BC73ED1-5B02-A926-5C29-63A14418CA7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861294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C2C1ED2-35FC-70A3-3C73-8F0E764B9A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7B6E1D71-87D1-CA35-D974-CF469DAD0DCA}"/>
              </a:ext>
            </a:extLst>
          </p:cNvPr>
          <p:cNvGrpSpPr/>
          <p:nvPr/>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CF2B530D-5AC4-B67D-54F4-C5AE7D28F72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9" name="Rectangle 8">
              <a:extLst>
                <a:ext uri="{FF2B5EF4-FFF2-40B4-BE49-F238E27FC236}">
                  <a16:creationId xmlns:a16="http://schemas.microsoft.com/office/drawing/2014/main" id="{AB018D61-FC9E-6547-5398-CAAC68DC3A70}"/>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Footer Placeholder 6">
            <a:extLst>
              <a:ext uri="{FF2B5EF4-FFF2-40B4-BE49-F238E27FC236}">
                <a16:creationId xmlns:a16="http://schemas.microsoft.com/office/drawing/2014/main" id="{D56AE5E6-0AA8-DA07-A9C4-E41BA8A69B94}"/>
              </a:ext>
            </a:extLst>
          </p:cNvPr>
          <p:cNvSpPr>
            <a:spLocks noGrp="1"/>
          </p:cNvSpPr>
          <p:nvPr>
            <p:ph type="ftr" sz="quarter" idx="10"/>
          </p:nvPr>
        </p:nvSpPr>
        <p:spPr/>
        <p:txBody>
          <a:bodyPr/>
          <a:lstStyle/>
          <a:p>
            <a:endParaRPr lang="en-GB"/>
          </a:p>
        </p:txBody>
      </p:sp>
      <p:sp>
        <p:nvSpPr>
          <p:cNvPr id="10" name="Slide Number Placeholder 9">
            <a:extLst>
              <a:ext uri="{FF2B5EF4-FFF2-40B4-BE49-F238E27FC236}">
                <a16:creationId xmlns:a16="http://schemas.microsoft.com/office/drawing/2014/main" id="{60E35B1E-97FA-37B4-D2BF-1D3794897693}"/>
              </a:ext>
            </a:extLst>
          </p:cNvPr>
          <p:cNvSpPr>
            <a:spLocks noGrp="1"/>
          </p:cNvSpPr>
          <p:nvPr>
            <p:ph type="sldNum" sz="quarter" idx="11"/>
          </p:nvPr>
        </p:nvSpPr>
        <p:spPr/>
        <p:txBody>
          <a:bodyPr/>
          <a:lstStyle/>
          <a:p>
            <a:fld id="{3A74F2AC-1E9A-41D4-8B35-A069FB343260}" type="slidenum">
              <a:rPr lang="en-GB" smtClean="0"/>
              <a:pPr/>
              <a:t>‹#›</a:t>
            </a:fld>
            <a:endParaRPr lang="en-GB"/>
          </a:p>
        </p:txBody>
      </p:sp>
      <p:sp>
        <p:nvSpPr>
          <p:cNvPr id="4" name="Title 3">
            <a:extLst>
              <a:ext uri="{FF2B5EF4-FFF2-40B4-BE49-F238E27FC236}">
                <a16:creationId xmlns:a16="http://schemas.microsoft.com/office/drawing/2014/main" id="{167B5797-69B0-38F3-FC86-D5EDB34720C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473493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AD7807A-3CC7-ADAE-93DA-86FE6975BA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sp>
        <p:nvSpPr>
          <p:cNvPr id="2" name="Footer Placeholder 1">
            <a:extLst>
              <a:ext uri="{FF2B5EF4-FFF2-40B4-BE49-F238E27FC236}">
                <a16:creationId xmlns:a16="http://schemas.microsoft.com/office/drawing/2014/main" id="{12DA71CF-E883-2B8E-D6CA-BC54AEDC0B30}"/>
              </a:ext>
            </a:extLst>
          </p:cNvPr>
          <p:cNvSpPr>
            <a:spLocks noGrp="1"/>
          </p:cNvSpPr>
          <p:nvPr>
            <p:ph type="ftr" sz="quarter" idx="10"/>
          </p:nvPr>
        </p:nvSpPr>
        <p:spPr/>
        <p:txBody>
          <a:bodyPr/>
          <a:lstStyle/>
          <a:p>
            <a:endParaRPr lang="en-GB"/>
          </a:p>
        </p:txBody>
      </p:sp>
      <p:sp>
        <p:nvSpPr>
          <p:cNvPr id="5" name="Slide Number Placeholder 4">
            <a:extLst>
              <a:ext uri="{FF2B5EF4-FFF2-40B4-BE49-F238E27FC236}">
                <a16:creationId xmlns:a16="http://schemas.microsoft.com/office/drawing/2014/main" id="{DEB72A90-4DF0-77EF-3118-E19CD996B1C4}"/>
              </a:ext>
            </a:extLst>
          </p:cNvPr>
          <p:cNvSpPr>
            <a:spLocks noGrp="1"/>
          </p:cNvSpPr>
          <p:nvPr>
            <p:ph type="sldNum" sz="quarter" idx="11"/>
          </p:nvPr>
        </p:nvSpPr>
        <p:spPr/>
        <p:txBody>
          <a:bodyPr/>
          <a:lstStyle/>
          <a:p>
            <a:fld id="{3A74F2AC-1E9A-41D4-8B35-A069FB343260}" type="slidenum">
              <a:rPr lang="en-GB" smtClean="0"/>
              <a:pPr/>
              <a:t>‹#›</a:t>
            </a:fld>
            <a:endParaRPr lang="en-GB"/>
          </a:p>
        </p:txBody>
      </p:sp>
    </p:spTree>
    <p:extLst>
      <p:ext uri="{BB962C8B-B14F-4D97-AF65-F5344CB8AC3E}">
        <p14:creationId xmlns:p14="http://schemas.microsoft.com/office/powerpoint/2010/main" val="37519094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C2B4B00-0827-25C6-BFF9-ADCC9CAC3278}"/>
              </a:ext>
            </a:extLst>
          </p:cNvPr>
          <p:cNvSpPr>
            <a:spLocks noGrp="1"/>
          </p:cNvSpPr>
          <p:nvPr>
            <p:ph type="body" sz="quarter" idx="27"/>
          </p:nvPr>
        </p:nvSpPr>
        <p:spPr>
          <a:xfrm>
            <a:off x="8065830" y="1714500"/>
            <a:ext cx="3432433" cy="4229100"/>
          </a:xfrm>
          <a:prstGeom prst="callout1">
            <a:avLst>
              <a:gd name="adj1" fmla="val -18"/>
              <a:gd name="adj2" fmla="val -54"/>
              <a:gd name="adj3" fmla="val 99955"/>
              <a:gd name="adj4" fmla="val -24"/>
            </a:avLst>
          </a:prstGeom>
          <a:ln w="12700">
            <a:solidFill>
              <a:schemeClr val="bg2"/>
            </a:solidFill>
          </a:ln>
        </p:spPr>
        <p:txBody>
          <a:bodyPr lIns="18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10">
            <a:extLst>
              <a:ext uri="{FF2B5EF4-FFF2-40B4-BE49-F238E27FC236}">
                <a16:creationId xmlns:a16="http://schemas.microsoft.com/office/drawing/2014/main" id="{6616D4C8-5E3C-F0CD-A980-B702104DCF42}"/>
              </a:ext>
            </a:extLst>
          </p:cNvPr>
          <p:cNvSpPr>
            <a:spLocks noGrp="1"/>
          </p:cNvSpPr>
          <p:nvPr>
            <p:ph sz="quarter" idx="13"/>
          </p:nvPr>
        </p:nvSpPr>
        <p:spPr>
          <a:xfrm>
            <a:off x="685801" y="1714500"/>
            <a:ext cx="7134224" cy="422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6" name="Group 5">
            <a:extLst>
              <a:ext uri="{FF2B5EF4-FFF2-40B4-BE49-F238E27FC236}">
                <a16:creationId xmlns:a16="http://schemas.microsoft.com/office/drawing/2014/main" id="{D67CBF95-73ED-4792-E239-EC82B9EC15D9}"/>
              </a:ext>
            </a:extLst>
          </p:cNvPr>
          <p:cNvGrpSpPr/>
          <p:nvPr/>
        </p:nvGrpSpPr>
        <p:grpSpPr>
          <a:xfrm>
            <a:off x="11236328" y="0"/>
            <a:ext cx="280986" cy="1282539"/>
            <a:chOff x="11222692" y="155575"/>
            <a:chExt cx="280986" cy="1282539"/>
          </a:xfrm>
          <a:solidFill>
            <a:schemeClr val="accent1"/>
          </a:solidFill>
        </p:grpSpPr>
        <p:pic>
          <p:nvPicPr>
            <p:cNvPr id="8" name="Graphic 7">
              <a:extLst>
                <a:ext uri="{FF2B5EF4-FFF2-40B4-BE49-F238E27FC236}">
                  <a16:creationId xmlns:a16="http://schemas.microsoft.com/office/drawing/2014/main" id="{D1F75D2C-8217-3B87-FABD-22D567F147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1" name="Rectangle 10">
              <a:extLst>
                <a:ext uri="{FF2B5EF4-FFF2-40B4-BE49-F238E27FC236}">
                  <a16:creationId xmlns:a16="http://schemas.microsoft.com/office/drawing/2014/main" id="{856C7176-94A4-5308-B66A-3581FA0628A8}"/>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6" name="Graphic 15">
            <a:extLst>
              <a:ext uri="{FF2B5EF4-FFF2-40B4-BE49-F238E27FC236}">
                <a16:creationId xmlns:a16="http://schemas.microsoft.com/office/drawing/2014/main" id="{0134F656-E849-1361-F987-4AC8102521B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22527" y="6118859"/>
            <a:ext cx="983672" cy="573779"/>
          </a:xfrm>
          <a:prstGeom prst="rect">
            <a:avLst/>
          </a:prstGeom>
        </p:spPr>
      </p:pic>
      <p:sp>
        <p:nvSpPr>
          <p:cNvPr id="2" name="Footer Placeholder 1">
            <a:extLst>
              <a:ext uri="{FF2B5EF4-FFF2-40B4-BE49-F238E27FC236}">
                <a16:creationId xmlns:a16="http://schemas.microsoft.com/office/drawing/2014/main" id="{D45FF388-46FF-A0BD-14B8-B986570D665A}"/>
              </a:ext>
            </a:extLst>
          </p:cNvPr>
          <p:cNvSpPr>
            <a:spLocks noGrp="1"/>
          </p:cNvSpPr>
          <p:nvPr>
            <p:ph type="ftr" sz="quarter" idx="28"/>
          </p:nvPr>
        </p:nvSpPr>
        <p:spPr/>
        <p:txBody>
          <a:bodyPr/>
          <a:lstStyle/>
          <a:p>
            <a:endParaRPr lang="en-GB"/>
          </a:p>
        </p:txBody>
      </p:sp>
      <p:sp>
        <p:nvSpPr>
          <p:cNvPr id="7" name="Slide Number Placeholder 6">
            <a:extLst>
              <a:ext uri="{FF2B5EF4-FFF2-40B4-BE49-F238E27FC236}">
                <a16:creationId xmlns:a16="http://schemas.microsoft.com/office/drawing/2014/main" id="{4C644963-F423-FDE5-7930-96A6B6182B7E}"/>
              </a:ext>
            </a:extLst>
          </p:cNvPr>
          <p:cNvSpPr>
            <a:spLocks noGrp="1"/>
          </p:cNvSpPr>
          <p:nvPr>
            <p:ph type="sldNum" sz="quarter" idx="29"/>
          </p:nvPr>
        </p:nvSpPr>
        <p:spPr/>
        <p:txBody>
          <a:bodyPr/>
          <a:lstStyle/>
          <a:p>
            <a:fld id="{3A74F2AC-1E9A-41D4-8B35-A069FB343260}" type="slidenum">
              <a:rPr lang="en-GB" smtClean="0"/>
              <a:pPr/>
              <a:t>‹#›</a:t>
            </a:fld>
            <a:endParaRPr lang="en-GB"/>
          </a:p>
        </p:txBody>
      </p:sp>
      <p:sp>
        <p:nvSpPr>
          <p:cNvPr id="3" name="Title 2">
            <a:extLst>
              <a:ext uri="{FF2B5EF4-FFF2-40B4-BE49-F238E27FC236}">
                <a16:creationId xmlns:a16="http://schemas.microsoft.com/office/drawing/2014/main" id="{C5453D72-F899-5041-5B64-9F57197A9F1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896876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Side Panel">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DEDE04F-CC9E-604B-DFC4-C7065E66C0FD}"/>
              </a:ext>
            </a:extLst>
          </p:cNvPr>
          <p:cNvSpPr/>
          <p:nvPr/>
        </p:nvSpPr>
        <p:spPr>
          <a:xfrm>
            <a:off x="0" y="0"/>
            <a:ext cx="413385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2482F75-10AC-6FE7-9219-3184AC731D6D}"/>
              </a:ext>
            </a:extLst>
          </p:cNvPr>
          <p:cNvSpPr>
            <a:spLocks noGrp="1"/>
          </p:cNvSpPr>
          <p:nvPr>
            <p:ph type="title" hasCustomPrompt="1"/>
          </p:nvPr>
        </p:nvSpPr>
        <p:spPr>
          <a:xfrm>
            <a:off x="702469" y="914399"/>
            <a:ext cx="2926102" cy="2070101"/>
          </a:xfrm>
        </p:spPr>
        <p:txBody>
          <a:bodyPr lIns="0" anchor="b">
            <a:normAutofit/>
          </a:bodyPr>
          <a:lstStyle>
            <a:lvl1pPr>
              <a:defRPr sz="2800" cap="all" baseline="0">
                <a:solidFill>
                  <a:schemeClr val="accent5"/>
                </a:solidFill>
              </a:defRPr>
            </a:lvl1pPr>
          </a:lstStyle>
          <a:p>
            <a:r>
              <a:rPr lang="en-US"/>
              <a:t>CLICK TO EDIT MASTER TITLE STYLE</a:t>
            </a:r>
            <a:endParaRPr lang="en-GB"/>
          </a:p>
        </p:txBody>
      </p:sp>
      <p:sp>
        <p:nvSpPr>
          <p:cNvPr id="4" name="Text Placeholder 3">
            <a:extLst>
              <a:ext uri="{FF2B5EF4-FFF2-40B4-BE49-F238E27FC236}">
                <a16:creationId xmlns:a16="http://schemas.microsoft.com/office/drawing/2014/main" id="{DED08D95-250F-A8DF-A475-09F05F4988E6}"/>
              </a:ext>
            </a:extLst>
          </p:cNvPr>
          <p:cNvSpPr>
            <a:spLocks noGrp="1"/>
          </p:cNvSpPr>
          <p:nvPr>
            <p:ph type="body" sz="half" idx="2"/>
          </p:nvPr>
        </p:nvSpPr>
        <p:spPr>
          <a:xfrm>
            <a:off x="684213" y="3289301"/>
            <a:ext cx="2944358" cy="2654300"/>
          </a:xfrm>
        </p:spPr>
        <p:txBody>
          <a:bodyPr lIns="0"/>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Content Placeholder 10">
            <a:extLst>
              <a:ext uri="{FF2B5EF4-FFF2-40B4-BE49-F238E27FC236}">
                <a16:creationId xmlns:a16="http://schemas.microsoft.com/office/drawing/2014/main" id="{DC2DE5C1-36F0-25F7-3DA1-8DBB766FF7EE}"/>
              </a:ext>
            </a:extLst>
          </p:cNvPr>
          <p:cNvSpPr>
            <a:spLocks noGrp="1"/>
          </p:cNvSpPr>
          <p:nvPr>
            <p:ph sz="quarter" idx="13"/>
          </p:nvPr>
        </p:nvSpPr>
        <p:spPr>
          <a:xfrm>
            <a:off x="4818063" y="1714500"/>
            <a:ext cx="6688137" cy="422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5" name="Graphic 4">
            <a:extLst>
              <a:ext uri="{FF2B5EF4-FFF2-40B4-BE49-F238E27FC236}">
                <a16:creationId xmlns:a16="http://schemas.microsoft.com/office/drawing/2014/main" id="{4B33D141-6119-60AD-5FF9-763AEBC45E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0D9AE01A-1145-101C-AB07-EFC6A2573961}"/>
              </a:ext>
            </a:extLst>
          </p:cNvPr>
          <p:cNvGrpSpPr/>
          <p:nvPr/>
        </p:nvGrpSpPr>
        <p:grpSpPr>
          <a:xfrm>
            <a:off x="11236328" y="0"/>
            <a:ext cx="280986" cy="1282539"/>
            <a:chOff x="11222692" y="155575"/>
            <a:chExt cx="280986" cy="1282539"/>
          </a:xfrm>
          <a:solidFill>
            <a:schemeClr val="accent1"/>
          </a:solidFill>
        </p:grpSpPr>
        <p:pic>
          <p:nvPicPr>
            <p:cNvPr id="9" name="Graphic 8">
              <a:extLst>
                <a:ext uri="{FF2B5EF4-FFF2-40B4-BE49-F238E27FC236}">
                  <a16:creationId xmlns:a16="http://schemas.microsoft.com/office/drawing/2014/main" id="{905640C2-D48E-05F4-4E9E-EFD8460F84D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10" name="Rectangle 9">
              <a:extLst>
                <a:ext uri="{FF2B5EF4-FFF2-40B4-BE49-F238E27FC236}">
                  <a16:creationId xmlns:a16="http://schemas.microsoft.com/office/drawing/2014/main" id="{D3260E89-4FF7-8816-23A4-90F67973F9BE}"/>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 name="Footer Placeholder 5">
            <a:extLst>
              <a:ext uri="{FF2B5EF4-FFF2-40B4-BE49-F238E27FC236}">
                <a16:creationId xmlns:a16="http://schemas.microsoft.com/office/drawing/2014/main" id="{A4BF9E5B-3078-4D59-248A-BB045FC561E6}"/>
              </a:ext>
            </a:extLst>
          </p:cNvPr>
          <p:cNvSpPr>
            <a:spLocks noGrp="1"/>
          </p:cNvSpPr>
          <p:nvPr>
            <p:ph type="ftr" sz="quarter" idx="14"/>
          </p:nvPr>
        </p:nvSpPr>
        <p:spPr/>
        <p:txBody>
          <a:bodyPr/>
          <a:lstStyle>
            <a:lvl1pPr>
              <a:defRPr>
                <a:solidFill>
                  <a:schemeClr val="bg1"/>
                </a:solidFill>
              </a:defRPr>
            </a:lvl1pPr>
          </a:lstStyle>
          <a:p>
            <a:endParaRPr lang="en-GB"/>
          </a:p>
        </p:txBody>
      </p:sp>
      <p:sp>
        <p:nvSpPr>
          <p:cNvPr id="13" name="Slide Number Placeholder 12">
            <a:extLst>
              <a:ext uri="{FF2B5EF4-FFF2-40B4-BE49-F238E27FC236}">
                <a16:creationId xmlns:a16="http://schemas.microsoft.com/office/drawing/2014/main" id="{CCB71634-0D08-DB98-5565-08C483E710C9}"/>
              </a:ext>
            </a:extLst>
          </p:cNvPr>
          <p:cNvSpPr>
            <a:spLocks noGrp="1"/>
          </p:cNvSpPr>
          <p:nvPr>
            <p:ph type="sldNum" sz="quarter" idx="15"/>
          </p:nvPr>
        </p:nvSpPr>
        <p:spPr/>
        <p:txBody>
          <a:bodyPr/>
          <a:lstStyle>
            <a:lvl1pPr>
              <a:defRPr>
                <a:solidFill>
                  <a:schemeClr val="bg1"/>
                </a:solidFill>
              </a:defRPr>
            </a:lvl1pPr>
          </a:lstStyle>
          <a:p>
            <a:fld id="{3A74F2AC-1E9A-41D4-8B35-A069FB343260}" type="slidenum">
              <a:rPr lang="en-GB" smtClean="0"/>
              <a:pPr/>
              <a:t>‹#›</a:t>
            </a:fld>
            <a:endParaRPr lang="en-GB"/>
          </a:p>
        </p:txBody>
      </p:sp>
    </p:spTree>
    <p:extLst>
      <p:ext uri="{BB962C8B-B14F-4D97-AF65-F5344CB8AC3E}">
        <p14:creationId xmlns:p14="http://schemas.microsoft.com/office/powerpoint/2010/main" val="1357669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5" name="Picture 4" descr="A picture containing dark&#10;&#10;Description automatically generated">
            <a:extLst>
              <a:ext uri="{FF2B5EF4-FFF2-40B4-BE49-F238E27FC236}">
                <a16:creationId xmlns:a16="http://schemas.microsoft.com/office/drawing/2014/main" id="{D8AA99AB-A73A-CE04-8336-0AEA409C6F18}"/>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9525" y="613409"/>
            <a:ext cx="3683015" cy="5822951"/>
          </a:xfrm>
          <a:prstGeom prst="rect">
            <a:avLst/>
          </a:prstGeom>
        </p:spPr>
      </p:pic>
      <p:sp>
        <p:nvSpPr>
          <p:cNvPr id="8" name="Text Placeholder 7">
            <a:extLst>
              <a:ext uri="{FF2B5EF4-FFF2-40B4-BE49-F238E27FC236}">
                <a16:creationId xmlns:a16="http://schemas.microsoft.com/office/drawing/2014/main" id="{BA3281A2-EB54-0225-202E-C6D10220CC99}"/>
              </a:ext>
            </a:extLst>
          </p:cNvPr>
          <p:cNvSpPr>
            <a:spLocks noGrp="1"/>
          </p:cNvSpPr>
          <p:nvPr>
            <p:ph type="body" sz="quarter" idx="12" hasCustomPrompt="1"/>
          </p:nvPr>
        </p:nvSpPr>
        <p:spPr>
          <a:xfrm>
            <a:off x="4370389" y="2194414"/>
            <a:ext cx="5529262" cy="2247899"/>
          </a:xfrm>
        </p:spPr>
        <p:txBody>
          <a:bodyPr rIns="0">
            <a:normAutofit/>
          </a:bodyPr>
          <a:lstStyle>
            <a:lvl1pPr marL="0" indent="0">
              <a:buNone/>
              <a:defRPr sz="2400" b="1">
                <a:latin typeface="+mn-lt"/>
              </a:defRPr>
            </a:lvl1pPr>
          </a:lstStyle>
          <a:p>
            <a:pPr lvl="0"/>
            <a:r>
              <a:rPr lang="en-US"/>
              <a:t>“Click to add quote</a:t>
            </a:r>
            <a:endParaRPr lang="en-GB"/>
          </a:p>
        </p:txBody>
      </p:sp>
      <p:sp>
        <p:nvSpPr>
          <p:cNvPr id="9" name="Text Placeholder 7">
            <a:extLst>
              <a:ext uri="{FF2B5EF4-FFF2-40B4-BE49-F238E27FC236}">
                <a16:creationId xmlns:a16="http://schemas.microsoft.com/office/drawing/2014/main" id="{B4C3E6F5-4928-CEA7-1F9E-D43CAA4A11F0}"/>
              </a:ext>
            </a:extLst>
          </p:cNvPr>
          <p:cNvSpPr>
            <a:spLocks noGrp="1"/>
          </p:cNvSpPr>
          <p:nvPr>
            <p:ph type="body" sz="quarter" idx="13" hasCustomPrompt="1"/>
          </p:nvPr>
        </p:nvSpPr>
        <p:spPr>
          <a:xfrm>
            <a:off x="4370389" y="4442315"/>
            <a:ext cx="5529262" cy="383685"/>
          </a:xfrm>
        </p:spPr>
        <p:txBody>
          <a:bodyPr rIns="0">
            <a:normAutofit/>
          </a:bodyPr>
          <a:lstStyle>
            <a:lvl1pPr marL="0" indent="0">
              <a:buNone/>
              <a:defRPr sz="1400" b="1">
                <a:solidFill>
                  <a:schemeClr val="accent5"/>
                </a:solidFill>
              </a:defRPr>
            </a:lvl1pPr>
          </a:lstStyle>
          <a:p>
            <a:pPr lvl="0"/>
            <a:r>
              <a:rPr lang="en-US"/>
              <a:t>Click to add name / date</a:t>
            </a:r>
            <a:endParaRPr lang="en-GB"/>
          </a:p>
        </p:txBody>
      </p:sp>
      <p:pic>
        <p:nvPicPr>
          <p:cNvPr id="7" name="Graphic 6">
            <a:extLst>
              <a:ext uri="{FF2B5EF4-FFF2-40B4-BE49-F238E27FC236}">
                <a16:creationId xmlns:a16="http://schemas.microsoft.com/office/drawing/2014/main" id="{C1D4EAA8-76F9-D83C-637D-80D3E20172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22527" y="6118859"/>
            <a:ext cx="983672" cy="573779"/>
          </a:xfrm>
          <a:prstGeom prst="rect">
            <a:avLst/>
          </a:prstGeom>
        </p:spPr>
      </p:pic>
      <p:grpSp>
        <p:nvGrpSpPr>
          <p:cNvPr id="2" name="Group 1">
            <a:extLst>
              <a:ext uri="{FF2B5EF4-FFF2-40B4-BE49-F238E27FC236}">
                <a16:creationId xmlns:a16="http://schemas.microsoft.com/office/drawing/2014/main" id="{E8BB5BD5-C991-1940-A6A6-8C91F851A9EF}"/>
              </a:ext>
            </a:extLst>
          </p:cNvPr>
          <p:cNvGrpSpPr/>
          <p:nvPr/>
        </p:nvGrpSpPr>
        <p:grpSpPr>
          <a:xfrm>
            <a:off x="11236328" y="0"/>
            <a:ext cx="280986" cy="1282539"/>
            <a:chOff x="11222692" y="155575"/>
            <a:chExt cx="280986" cy="1282539"/>
          </a:xfrm>
          <a:solidFill>
            <a:schemeClr val="accent1"/>
          </a:solidFill>
        </p:grpSpPr>
        <p:pic>
          <p:nvPicPr>
            <p:cNvPr id="6" name="Graphic 5">
              <a:extLst>
                <a:ext uri="{FF2B5EF4-FFF2-40B4-BE49-F238E27FC236}">
                  <a16:creationId xmlns:a16="http://schemas.microsoft.com/office/drawing/2014/main" id="{64A54C69-04EC-842E-F280-EED0E9AD06F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222692" y="1219569"/>
              <a:ext cx="280986" cy="218545"/>
            </a:xfrm>
            <a:prstGeom prst="rect">
              <a:avLst/>
            </a:prstGeom>
          </p:spPr>
        </p:pic>
        <p:sp>
          <p:nvSpPr>
            <p:cNvPr id="11" name="Rectangle 10">
              <a:extLst>
                <a:ext uri="{FF2B5EF4-FFF2-40B4-BE49-F238E27FC236}">
                  <a16:creationId xmlns:a16="http://schemas.microsoft.com/office/drawing/2014/main" id="{FCBD2C19-7224-FB7A-77CB-2A3A700EB24B}"/>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 name="Footer Placeholder 9">
            <a:extLst>
              <a:ext uri="{FF2B5EF4-FFF2-40B4-BE49-F238E27FC236}">
                <a16:creationId xmlns:a16="http://schemas.microsoft.com/office/drawing/2014/main" id="{D1EED35B-7C56-E56C-FAF1-B42D70310692}"/>
              </a:ext>
            </a:extLst>
          </p:cNvPr>
          <p:cNvSpPr>
            <a:spLocks noGrp="1"/>
          </p:cNvSpPr>
          <p:nvPr>
            <p:ph type="ftr" sz="quarter" idx="14"/>
          </p:nvPr>
        </p:nvSpPr>
        <p:spPr/>
        <p:txBody>
          <a:bodyPr/>
          <a:lstStyle/>
          <a:p>
            <a:endParaRPr lang="en-GB"/>
          </a:p>
        </p:txBody>
      </p:sp>
      <p:sp>
        <p:nvSpPr>
          <p:cNvPr id="12" name="Slide Number Placeholder 11">
            <a:extLst>
              <a:ext uri="{FF2B5EF4-FFF2-40B4-BE49-F238E27FC236}">
                <a16:creationId xmlns:a16="http://schemas.microsoft.com/office/drawing/2014/main" id="{EB08818A-2E47-C71B-4654-720CBD0C912F}"/>
              </a:ext>
            </a:extLst>
          </p:cNvPr>
          <p:cNvSpPr>
            <a:spLocks noGrp="1"/>
          </p:cNvSpPr>
          <p:nvPr>
            <p:ph type="sldNum" sz="quarter" idx="15"/>
          </p:nvPr>
        </p:nvSpPr>
        <p:spPr/>
        <p:txBody>
          <a:bodyPr/>
          <a:lstStyle/>
          <a:p>
            <a:fld id="{3A74F2AC-1E9A-41D4-8B35-A069FB343260}" type="slidenum">
              <a:rPr lang="en-GB" smtClean="0"/>
              <a:pPr/>
              <a:t>‹#›</a:t>
            </a:fld>
            <a:endParaRPr lang="en-GB"/>
          </a:p>
        </p:txBody>
      </p:sp>
    </p:spTree>
    <p:extLst>
      <p:ext uri="{BB962C8B-B14F-4D97-AF65-F5344CB8AC3E}">
        <p14:creationId xmlns:p14="http://schemas.microsoft.com/office/powerpoint/2010/main" val="34904026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8BB5BD5-C991-1940-A6A6-8C91F851A9EF}"/>
              </a:ext>
            </a:extLst>
          </p:cNvPr>
          <p:cNvGrpSpPr/>
          <p:nvPr/>
        </p:nvGrpSpPr>
        <p:grpSpPr>
          <a:xfrm>
            <a:off x="11236328" y="0"/>
            <a:ext cx="280986" cy="1282539"/>
            <a:chOff x="11222692" y="155575"/>
            <a:chExt cx="280986" cy="1282539"/>
          </a:xfrm>
          <a:solidFill>
            <a:schemeClr val="bg1"/>
          </a:solidFill>
        </p:grpSpPr>
        <p:pic>
          <p:nvPicPr>
            <p:cNvPr id="6" name="Graphic 5">
              <a:extLst>
                <a:ext uri="{FF2B5EF4-FFF2-40B4-BE49-F238E27FC236}">
                  <a16:creationId xmlns:a16="http://schemas.microsoft.com/office/drawing/2014/main" id="{64A54C69-04EC-842E-F280-EED0E9AD06F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22692" y="1219569"/>
              <a:ext cx="280986" cy="218545"/>
            </a:xfrm>
            <a:prstGeom prst="rect">
              <a:avLst/>
            </a:prstGeom>
          </p:spPr>
        </p:pic>
        <p:sp>
          <p:nvSpPr>
            <p:cNvPr id="11" name="Rectangle 10">
              <a:extLst>
                <a:ext uri="{FF2B5EF4-FFF2-40B4-BE49-F238E27FC236}">
                  <a16:creationId xmlns:a16="http://schemas.microsoft.com/office/drawing/2014/main" id="{FCBD2C19-7224-FB7A-77CB-2A3A700EB24B}"/>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 name="Footer Placeholder 9">
            <a:extLst>
              <a:ext uri="{FF2B5EF4-FFF2-40B4-BE49-F238E27FC236}">
                <a16:creationId xmlns:a16="http://schemas.microsoft.com/office/drawing/2014/main" id="{D1EED35B-7C56-E56C-FAF1-B42D70310692}"/>
              </a:ext>
            </a:extLst>
          </p:cNvPr>
          <p:cNvSpPr>
            <a:spLocks noGrp="1"/>
          </p:cNvSpPr>
          <p:nvPr>
            <p:ph type="ftr" sz="quarter" idx="14"/>
          </p:nvPr>
        </p:nvSpPr>
        <p:spPr/>
        <p:txBody>
          <a:bodyPr/>
          <a:lstStyle>
            <a:lvl1pPr>
              <a:defRPr>
                <a:solidFill>
                  <a:schemeClr val="bg1"/>
                </a:solidFill>
              </a:defRPr>
            </a:lvl1pPr>
          </a:lstStyle>
          <a:p>
            <a:endParaRPr lang="en-GB"/>
          </a:p>
        </p:txBody>
      </p:sp>
      <p:sp>
        <p:nvSpPr>
          <p:cNvPr id="12" name="Slide Number Placeholder 11">
            <a:extLst>
              <a:ext uri="{FF2B5EF4-FFF2-40B4-BE49-F238E27FC236}">
                <a16:creationId xmlns:a16="http://schemas.microsoft.com/office/drawing/2014/main" id="{EB08818A-2E47-C71B-4654-720CBD0C912F}"/>
              </a:ext>
            </a:extLst>
          </p:cNvPr>
          <p:cNvSpPr>
            <a:spLocks noGrp="1"/>
          </p:cNvSpPr>
          <p:nvPr>
            <p:ph type="sldNum" sz="quarter" idx="15"/>
          </p:nvPr>
        </p:nvSpPr>
        <p:spPr/>
        <p:txBody>
          <a:bodyPr/>
          <a:lstStyle>
            <a:lvl1pPr>
              <a:defRPr>
                <a:solidFill>
                  <a:schemeClr val="bg1"/>
                </a:solidFill>
              </a:defRPr>
            </a:lvl1pPr>
          </a:lstStyle>
          <a:p>
            <a:fld id="{3A74F2AC-1E9A-41D4-8B35-A069FB343260}" type="slidenum">
              <a:rPr lang="en-GB" smtClean="0"/>
              <a:pPr/>
              <a:t>‹#›</a:t>
            </a:fld>
            <a:endParaRPr lang="en-GB"/>
          </a:p>
        </p:txBody>
      </p:sp>
      <p:pic>
        <p:nvPicPr>
          <p:cNvPr id="4" name="Picture 3">
            <a:extLst>
              <a:ext uri="{FF2B5EF4-FFF2-40B4-BE49-F238E27FC236}">
                <a16:creationId xmlns:a16="http://schemas.microsoft.com/office/drawing/2014/main" id="{AB66D180-9104-4B63-DF4F-7F6BA00B5A7F}"/>
              </a:ext>
            </a:extLst>
          </p:cNvPr>
          <p:cNvPicPr>
            <a:picLocks noChangeAspect="1"/>
          </p:cNvPicPr>
          <p:nvPr/>
        </p:nvPicPr>
        <p:blipFill>
          <a:blip r:embed="rId4"/>
          <a:stretch>
            <a:fillRect/>
          </a:stretch>
        </p:blipFill>
        <p:spPr>
          <a:xfrm>
            <a:off x="10522527" y="6118859"/>
            <a:ext cx="983672" cy="573779"/>
          </a:xfrm>
          <a:prstGeom prst="rect">
            <a:avLst/>
          </a:prstGeom>
        </p:spPr>
      </p:pic>
      <p:grpSp>
        <p:nvGrpSpPr>
          <p:cNvPr id="3" name="Group 2">
            <a:extLst>
              <a:ext uri="{FF2B5EF4-FFF2-40B4-BE49-F238E27FC236}">
                <a16:creationId xmlns:a16="http://schemas.microsoft.com/office/drawing/2014/main" id="{51250852-5474-1AD0-AF6A-3C7BFCB55196}"/>
              </a:ext>
            </a:extLst>
          </p:cNvPr>
          <p:cNvGrpSpPr/>
          <p:nvPr/>
        </p:nvGrpSpPr>
        <p:grpSpPr>
          <a:xfrm>
            <a:off x="396115" y="1529842"/>
            <a:ext cx="2921000" cy="3798317"/>
            <a:chOff x="473074" y="2811493"/>
            <a:chExt cx="1787526" cy="2324406"/>
          </a:xfrm>
          <a:solidFill>
            <a:schemeClr val="accent5"/>
          </a:solidFill>
        </p:grpSpPr>
        <p:sp>
          <p:nvSpPr>
            <p:cNvPr id="22" name="Freeform: Shape 21">
              <a:extLst>
                <a:ext uri="{FF2B5EF4-FFF2-40B4-BE49-F238E27FC236}">
                  <a16:creationId xmlns:a16="http://schemas.microsoft.com/office/drawing/2014/main" id="{3CF7EA71-474D-FD39-1219-A08B11E68E5E}"/>
                </a:ext>
              </a:extLst>
            </p:cNvPr>
            <p:cNvSpPr/>
            <p:nvPr/>
          </p:nvSpPr>
          <p:spPr>
            <a:xfrm rot="10800000">
              <a:off x="1479550" y="3586295"/>
              <a:ext cx="781050" cy="1549604"/>
            </a:xfrm>
            <a:custGeom>
              <a:avLst/>
              <a:gdLst>
                <a:gd name="connsiteX0" fmla="*/ 190500 w 190500"/>
                <a:gd name="connsiteY0" fmla="*/ 81725 h 377952"/>
                <a:gd name="connsiteX1" fmla="*/ 190500 w 190500"/>
                <a:gd name="connsiteY1" fmla="*/ 0 h 377952"/>
                <a:gd name="connsiteX2" fmla="*/ 0 w 190500"/>
                <a:gd name="connsiteY2" fmla="*/ 187452 h 377952"/>
                <a:gd name="connsiteX3" fmla="*/ 0 w 190500"/>
                <a:gd name="connsiteY3" fmla="*/ 377952 h 377952"/>
                <a:gd name="connsiteX4" fmla="*/ 190500 w 190500"/>
                <a:gd name="connsiteY4" fmla="*/ 377952 h 377952"/>
                <a:gd name="connsiteX5" fmla="*/ 190500 w 190500"/>
                <a:gd name="connsiteY5" fmla="*/ 187452 h 377952"/>
                <a:gd name="connsiteX6" fmla="*/ 81820 w 190500"/>
                <a:gd name="connsiteY6" fmla="*/ 187452 h 377952"/>
                <a:gd name="connsiteX7" fmla="*/ 190500 w 190500"/>
                <a:gd name="connsiteY7" fmla="*/ 81725 h 377952"/>
                <a:gd name="connsiteX8" fmla="*/ 62779 w 190500"/>
                <a:gd name="connsiteY8" fmla="*/ 186919 h 377952"/>
                <a:gd name="connsiteX9" fmla="*/ 62227 w 190500"/>
                <a:gd name="connsiteY9" fmla="*/ 206502 h 377952"/>
                <a:gd name="connsiteX10" fmla="*/ 171450 w 190500"/>
                <a:gd name="connsiteY10" fmla="*/ 206502 h 377952"/>
                <a:gd name="connsiteX11" fmla="*/ 171450 w 190500"/>
                <a:gd name="connsiteY11" fmla="*/ 358902 h 377952"/>
                <a:gd name="connsiteX12" fmla="*/ 19050 w 190500"/>
                <a:gd name="connsiteY12" fmla="*/ 358902 h 377952"/>
                <a:gd name="connsiteX13" fmla="*/ 19050 w 190500"/>
                <a:gd name="connsiteY13" fmla="*/ 187757 h 377952"/>
                <a:gd name="connsiteX14" fmla="*/ 171450 w 190500"/>
                <a:gd name="connsiteY14" fmla="*/ 20117 h 377952"/>
                <a:gd name="connsiteX15" fmla="*/ 171450 w 190500"/>
                <a:gd name="connsiteY15" fmla="*/ 64065 h 377952"/>
                <a:gd name="connsiteX16" fmla="*/ 62779 w 190500"/>
                <a:gd name="connsiteY16" fmla="*/ 186919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0" h="377952">
                  <a:moveTo>
                    <a:pt x="190500" y="81725"/>
                  </a:moveTo>
                  <a:lnTo>
                    <a:pt x="190500" y="0"/>
                  </a:lnTo>
                  <a:cubicBezTo>
                    <a:pt x="86469" y="-13"/>
                    <a:pt x="1665" y="83434"/>
                    <a:pt x="0" y="187452"/>
                  </a:cubicBezTo>
                  <a:lnTo>
                    <a:pt x="0" y="377952"/>
                  </a:lnTo>
                  <a:lnTo>
                    <a:pt x="190500" y="377952"/>
                  </a:lnTo>
                  <a:lnTo>
                    <a:pt x="190500" y="187452"/>
                  </a:lnTo>
                  <a:lnTo>
                    <a:pt x="81820" y="187452"/>
                  </a:lnTo>
                  <a:cubicBezTo>
                    <a:pt x="83469" y="128608"/>
                    <a:pt x="131633" y="81753"/>
                    <a:pt x="190500" y="81725"/>
                  </a:cubicBezTo>
                  <a:close/>
                  <a:moveTo>
                    <a:pt x="62779" y="186919"/>
                  </a:moveTo>
                  <a:lnTo>
                    <a:pt x="62227" y="206502"/>
                  </a:lnTo>
                  <a:lnTo>
                    <a:pt x="171450" y="206502"/>
                  </a:lnTo>
                  <a:lnTo>
                    <a:pt x="171450" y="358902"/>
                  </a:lnTo>
                  <a:lnTo>
                    <a:pt x="19050" y="358902"/>
                  </a:lnTo>
                  <a:lnTo>
                    <a:pt x="19050" y="187757"/>
                  </a:lnTo>
                  <a:cubicBezTo>
                    <a:pt x="20817" y="101643"/>
                    <a:pt x="85894" y="30058"/>
                    <a:pt x="171450" y="20117"/>
                  </a:cubicBezTo>
                  <a:lnTo>
                    <a:pt x="171450" y="64065"/>
                  </a:lnTo>
                  <a:cubicBezTo>
                    <a:pt x="110115" y="73038"/>
                    <a:pt x="64199" y="124947"/>
                    <a:pt x="62779" y="186919"/>
                  </a:cubicBezTo>
                  <a:close/>
                </a:path>
              </a:pathLst>
            </a:custGeom>
            <a:grpFill/>
            <a:ln w="9525"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1F62EB29-6BDA-F20F-9120-48B69F6D4C5B}"/>
                </a:ext>
              </a:extLst>
            </p:cNvPr>
            <p:cNvSpPr/>
            <p:nvPr/>
          </p:nvSpPr>
          <p:spPr>
            <a:xfrm>
              <a:off x="473074" y="2811493"/>
              <a:ext cx="781050" cy="1549604"/>
            </a:xfrm>
            <a:custGeom>
              <a:avLst/>
              <a:gdLst>
                <a:gd name="connsiteX0" fmla="*/ 190500 w 190500"/>
                <a:gd name="connsiteY0" fmla="*/ 81725 h 377952"/>
                <a:gd name="connsiteX1" fmla="*/ 190500 w 190500"/>
                <a:gd name="connsiteY1" fmla="*/ 0 h 377952"/>
                <a:gd name="connsiteX2" fmla="*/ 0 w 190500"/>
                <a:gd name="connsiteY2" fmla="*/ 187452 h 377952"/>
                <a:gd name="connsiteX3" fmla="*/ 0 w 190500"/>
                <a:gd name="connsiteY3" fmla="*/ 377952 h 377952"/>
                <a:gd name="connsiteX4" fmla="*/ 190500 w 190500"/>
                <a:gd name="connsiteY4" fmla="*/ 377952 h 377952"/>
                <a:gd name="connsiteX5" fmla="*/ 190500 w 190500"/>
                <a:gd name="connsiteY5" fmla="*/ 187452 h 377952"/>
                <a:gd name="connsiteX6" fmla="*/ 81820 w 190500"/>
                <a:gd name="connsiteY6" fmla="*/ 187452 h 377952"/>
                <a:gd name="connsiteX7" fmla="*/ 190500 w 190500"/>
                <a:gd name="connsiteY7" fmla="*/ 81725 h 377952"/>
                <a:gd name="connsiteX8" fmla="*/ 62779 w 190500"/>
                <a:gd name="connsiteY8" fmla="*/ 186919 h 377952"/>
                <a:gd name="connsiteX9" fmla="*/ 62227 w 190500"/>
                <a:gd name="connsiteY9" fmla="*/ 206502 h 377952"/>
                <a:gd name="connsiteX10" fmla="*/ 171450 w 190500"/>
                <a:gd name="connsiteY10" fmla="*/ 206502 h 377952"/>
                <a:gd name="connsiteX11" fmla="*/ 171450 w 190500"/>
                <a:gd name="connsiteY11" fmla="*/ 358902 h 377952"/>
                <a:gd name="connsiteX12" fmla="*/ 19050 w 190500"/>
                <a:gd name="connsiteY12" fmla="*/ 358902 h 377952"/>
                <a:gd name="connsiteX13" fmla="*/ 19050 w 190500"/>
                <a:gd name="connsiteY13" fmla="*/ 187757 h 377952"/>
                <a:gd name="connsiteX14" fmla="*/ 171450 w 190500"/>
                <a:gd name="connsiteY14" fmla="*/ 20117 h 377952"/>
                <a:gd name="connsiteX15" fmla="*/ 171450 w 190500"/>
                <a:gd name="connsiteY15" fmla="*/ 64065 h 377952"/>
                <a:gd name="connsiteX16" fmla="*/ 62779 w 190500"/>
                <a:gd name="connsiteY16" fmla="*/ 186919 h 37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0" h="377952">
                  <a:moveTo>
                    <a:pt x="190500" y="81725"/>
                  </a:moveTo>
                  <a:lnTo>
                    <a:pt x="190500" y="0"/>
                  </a:lnTo>
                  <a:cubicBezTo>
                    <a:pt x="86469" y="-13"/>
                    <a:pt x="1665" y="83434"/>
                    <a:pt x="0" y="187452"/>
                  </a:cubicBezTo>
                  <a:lnTo>
                    <a:pt x="0" y="377952"/>
                  </a:lnTo>
                  <a:lnTo>
                    <a:pt x="190500" y="377952"/>
                  </a:lnTo>
                  <a:lnTo>
                    <a:pt x="190500" y="187452"/>
                  </a:lnTo>
                  <a:lnTo>
                    <a:pt x="81820" y="187452"/>
                  </a:lnTo>
                  <a:cubicBezTo>
                    <a:pt x="83469" y="128608"/>
                    <a:pt x="131633" y="81753"/>
                    <a:pt x="190500" y="81725"/>
                  </a:cubicBezTo>
                  <a:close/>
                  <a:moveTo>
                    <a:pt x="62779" y="186919"/>
                  </a:moveTo>
                  <a:lnTo>
                    <a:pt x="62227" y="206502"/>
                  </a:lnTo>
                  <a:lnTo>
                    <a:pt x="171450" y="206502"/>
                  </a:lnTo>
                  <a:lnTo>
                    <a:pt x="171450" y="358902"/>
                  </a:lnTo>
                  <a:lnTo>
                    <a:pt x="19050" y="358902"/>
                  </a:lnTo>
                  <a:lnTo>
                    <a:pt x="19050" y="187757"/>
                  </a:lnTo>
                  <a:cubicBezTo>
                    <a:pt x="20817" y="101643"/>
                    <a:pt x="85894" y="30058"/>
                    <a:pt x="171450" y="20117"/>
                  </a:cubicBezTo>
                  <a:lnTo>
                    <a:pt x="171450" y="64065"/>
                  </a:lnTo>
                  <a:cubicBezTo>
                    <a:pt x="110115" y="73038"/>
                    <a:pt x="64198" y="124947"/>
                    <a:pt x="62779" y="186919"/>
                  </a:cubicBezTo>
                  <a:close/>
                </a:path>
              </a:pathLst>
            </a:custGeom>
            <a:grpFill/>
            <a:ln w="9525" cap="flat">
              <a:noFill/>
              <a:prstDash val="solid"/>
              <a:miter/>
            </a:ln>
          </p:spPr>
          <p:txBody>
            <a:bodyPr rtlCol="0" anchor="ctr"/>
            <a:lstStyle/>
            <a:p>
              <a:endParaRPr lang="en-GB"/>
            </a:p>
          </p:txBody>
        </p:sp>
      </p:grpSp>
      <p:sp>
        <p:nvSpPr>
          <p:cNvPr id="5" name="Text Placeholder 7">
            <a:extLst>
              <a:ext uri="{FF2B5EF4-FFF2-40B4-BE49-F238E27FC236}">
                <a16:creationId xmlns:a16="http://schemas.microsoft.com/office/drawing/2014/main" id="{310760D4-18CB-4013-09C9-F792DBAADD18}"/>
              </a:ext>
            </a:extLst>
          </p:cNvPr>
          <p:cNvSpPr>
            <a:spLocks noGrp="1"/>
          </p:cNvSpPr>
          <p:nvPr>
            <p:ph type="body" sz="quarter" idx="12" hasCustomPrompt="1"/>
          </p:nvPr>
        </p:nvSpPr>
        <p:spPr>
          <a:xfrm>
            <a:off x="4133850" y="2194414"/>
            <a:ext cx="5529263" cy="2247899"/>
          </a:xfrm>
        </p:spPr>
        <p:txBody>
          <a:bodyPr rIns="0">
            <a:normAutofit/>
          </a:bodyPr>
          <a:lstStyle>
            <a:lvl1pPr marL="0" indent="0">
              <a:buNone/>
              <a:defRPr sz="2400" b="1">
                <a:solidFill>
                  <a:schemeClr val="bg1"/>
                </a:solidFill>
                <a:latin typeface="+mn-lt"/>
              </a:defRPr>
            </a:lvl1pPr>
          </a:lstStyle>
          <a:p>
            <a:pPr lvl="0"/>
            <a:r>
              <a:rPr lang="en-US"/>
              <a:t>“Click to add quote</a:t>
            </a:r>
            <a:endParaRPr lang="en-GB"/>
          </a:p>
        </p:txBody>
      </p:sp>
      <p:sp>
        <p:nvSpPr>
          <p:cNvPr id="7" name="Text Placeholder 7">
            <a:extLst>
              <a:ext uri="{FF2B5EF4-FFF2-40B4-BE49-F238E27FC236}">
                <a16:creationId xmlns:a16="http://schemas.microsoft.com/office/drawing/2014/main" id="{1AFCDBBA-D8CC-3BFF-EEA6-90A3B118D1A0}"/>
              </a:ext>
            </a:extLst>
          </p:cNvPr>
          <p:cNvSpPr>
            <a:spLocks noGrp="1"/>
          </p:cNvSpPr>
          <p:nvPr>
            <p:ph type="body" sz="quarter" idx="13" hasCustomPrompt="1"/>
          </p:nvPr>
        </p:nvSpPr>
        <p:spPr>
          <a:xfrm>
            <a:off x="4133850" y="4442315"/>
            <a:ext cx="5529263" cy="383685"/>
          </a:xfrm>
        </p:spPr>
        <p:txBody>
          <a:bodyPr rIns="0">
            <a:normAutofit/>
          </a:bodyPr>
          <a:lstStyle>
            <a:lvl1pPr marL="0" indent="0">
              <a:buNone/>
              <a:defRPr sz="1400" b="1">
                <a:solidFill>
                  <a:schemeClr val="bg1"/>
                </a:solidFill>
              </a:defRPr>
            </a:lvl1pPr>
          </a:lstStyle>
          <a:p>
            <a:pPr lvl="0"/>
            <a:r>
              <a:rPr lang="en-US"/>
              <a:t>Click to add name / date</a:t>
            </a:r>
            <a:endParaRPr lang="en-GB"/>
          </a:p>
        </p:txBody>
      </p:sp>
    </p:spTree>
    <p:extLst>
      <p:ext uri="{BB962C8B-B14F-4D97-AF65-F5344CB8AC3E}">
        <p14:creationId xmlns:p14="http://schemas.microsoft.com/office/powerpoint/2010/main" val="3007761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4 Phase Layou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F6E181-E5D4-FE6C-E4D5-F0841C8003AC}"/>
              </a:ext>
            </a:extLst>
          </p:cNvPr>
          <p:cNvGrpSpPr/>
          <p:nvPr/>
        </p:nvGrpSpPr>
        <p:grpSpPr>
          <a:xfrm>
            <a:off x="-38101" y="1714500"/>
            <a:ext cx="12268201" cy="5172074"/>
            <a:chOff x="-38101" y="1714500"/>
            <a:chExt cx="12268201" cy="4013147"/>
          </a:xfrm>
        </p:grpSpPr>
        <p:sp>
          <p:nvSpPr>
            <p:cNvPr id="5" name="Rectangle 4">
              <a:extLst>
                <a:ext uri="{FF2B5EF4-FFF2-40B4-BE49-F238E27FC236}">
                  <a16:creationId xmlns:a16="http://schemas.microsoft.com/office/drawing/2014/main" id="{D373587E-5882-79A4-6830-DB321C87E463}"/>
                </a:ext>
              </a:extLst>
            </p:cNvPr>
            <p:cNvSpPr/>
            <p:nvPr userDrawn="1"/>
          </p:nvSpPr>
          <p:spPr>
            <a:xfrm>
              <a:off x="-38100" y="1714500"/>
              <a:ext cx="6134100" cy="1995488"/>
            </a:xfrm>
            <a:prstGeom prst="rect">
              <a:avLst/>
            </a:prstGeom>
            <a:solidFill>
              <a:schemeClr val="accent3"/>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71A35982-6584-6162-1263-0A79C87F4697}"/>
                </a:ext>
              </a:extLst>
            </p:cNvPr>
            <p:cNvSpPr/>
            <p:nvPr userDrawn="1"/>
          </p:nvSpPr>
          <p:spPr>
            <a:xfrm>
              <a:off x="6096000" y="1714500"/>
              <a:ext cx="6134100" cy="1995488"/>
            </a:xfrm>
            <a:prstGeom prst="rect">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A88121B0-5732-CB0C-6BFA-7B9321E9D765}"/>
                </a:ext>
              </a:extLst>
            </p:cNvPr>
            <p:cNvSpPr/>
            <p:nvPr userDrawn="1"/>
          </p:nvSpPr>
          <p:spPr>
            <a:xfrm>
              <a:off x="-38101" y="3709987"/>
              <a:ext cx="6219825" cy="2017660"/>
            </a:xfrm>
            <a:prstGeom prst="rect">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46BF346C-30F2-ED7E-93D6-178A62C415A6}"/>
                </a:ext>
              </a:extLst>
            </p:cNvPr>
            <p:cNvSpPr/>
            <p:nvPr userDrawn="1"/>
          </p:nvSpPr>
          <p:spPr>
            <a:xfrm>
              <a:off x="6096000" y="3709987"/>
              <a:ext cx="6134100" cy="2017660"/>
            </a:xfrm>
            <a:prstGeom prst="rect">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0" name="Picture 9">
            <a:extLst>
              <a:ext uri="{FF2B5EF4-FFF2-40B4-BE49-F238E27FC236}">
                <a16:creationId xmlns:a16="http://schemas.microsoft.com/office/drawing/2014/main" id="{373A053B-073E-C2DD-9A94-37F792AF136F}"/>
              </a:ext>
            </a:extLst>
          </p:cNvPr>
          <p:cNvPicPr>
            <a:picLocks noChangeAspect="1"/>
          </p:cNvPicPr>
          <p:nvPr/>
        </p:nvPicPr>
        <p:blipFill>
          <a:blip r:embed="rId2"/>
          <a:stretch>
            <a:fillRect/>
          </a:stretch>
        </p:blipFill>
        <p:spPr>
          <a:xfrm>
            <a:off x="10522528" y="6118859"/>
            <a:ext cx="983672" cy="573779"/>
          </a:xfrm>
          <a:prstGeom prst="rect">
            <a:avLst/>
          </a:prstGeom>
        </p:spPr>
      </p:pic>
      <p:sp>
        <p:nvSpPr>
          <p:cNvPr id="12" name="Text Placeholder 2">
            <a:extLst>
              <a:ext uri="{FF2B5EF4-FFF2-40B4-BE49-F238E27FC236}">
                <a16:creationId xmlns:a16="http://schemas.microsoft.com/office/drawing/2014/main" id="{01046308-22FE-0D1B-6243-252814E0184D}"/>
              </a:ext>
            </a:extLst>
          </p:cNvPr>
          <p:cNvSpPr>
            <a:spLocks noGrp="1"/>
          </p:cNvSpPr>
          <p:nvPr>
            <p:ph type="body" idx="1" hasCustomPrompt="1"/>
          </p:nvPr>
        </p:nvSpPr>
        <p:spPr>
          <a:xfrm>
            <a:off x="685801" y="1873090"/>
            <a:ext cx="4927599" cy="646331"/>
          </a:xfrm>
        </p:spPr>
        <p:txBody>
          <a:bodyPr anchor="t">
            <a:noAutofit/>
          </a:bodyPr>
          <a:lstStyle>
            <a:lvl1pPr marL="0" indent="0">
              <a:buNone/>
              <a:defRPr sz="1600" b="1" cap="all" spc="0"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Subtitle</a:t>
            </a:r>
          </a:p>
        </p:txBody>
      </p:sp>
      <p:sp>
        <p:nvSpPr>
          <p:cNvPr id="19" name="Text Placeholder 2">
            <a:extLst>
              <a:ext uri="{FF2B5EF4-FFF2-40B4-BE49-F238E27FC236}">
                <a16:creationId xmlns:a16="http://schemas.microsoft.com/office/drawing/2014/main" id="{C3DE57EE-AB76-0C06-67BE-C43D94027269}"/>
              </a:ext>
            </a:extLst>
          </p:cNvPr>
          <p:cNvSpPr>
            <a:spLocks noGrp="1"/>
          </p:cNvSpPr>
          <p:nvPr>
            <p:ph type="body" idx="12" hasCustomPrompt="1"/>
          </p:nvPr>
        </p:nvSpPr>
        <p:spPr>
          <a:xfrm>
            <a:off x="6597650" y="1873090"/>
            <a:ext cx="4927599" cy="646331"/>
          </a:xfrm>
        </p:spPr>
        <p:txBody>
          <a:bodyPr anchor="t">
            <a:noAutofit/>
          </a:bodyPr>
          <a:lstStyle>
            <a:lvl1pPr marL="0" indent="0">
              <a:buNone/>
              <a:defRPr sz="1600" b="1" cap="all" spc="0"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Subtitle</a:t>
            </a:r>
          </a:p>
        </p:txBody>
      </p:sp>
      <p:sp>
        <p:nvSpPr>
          <p:cNvPr id="20" name="Text Placeholder 2">
            <a:extLst>
              <a:ext uri="{FF2B5EF4-FFF2-40B4-BE49-F238E27FC236}">
                <a16:creationId xmlns:a16="http://schemas.microsoft.com/office/drawing/2014/main" id="{A14E12DD-4D08-BA70-FC53-65D4B126D1EC}"/>
              </a:ext>
            </a:extLst>
          </p:cNvPr>
          <p:cNvSpPr>
            <a:spLocks noGrp="1"/>
          </p:cNvSpPr>
          <p:nvPr>
            <p:ph type="body" idx="13" hasCustomPrompt="1"/>
          </p:nvPr>
        </p:nvSpPr>
        <p:spPr>
          <a:xfrm>
            <a:off x="685801" y="4410655"/>
            <a:ext cx="4927599" cy="646331"/>
          </a:xfrm>
        </p:spPr>
        <p:txBody>
          <a:bodyPr anchor="t">
            <a:noAutofit/>
          </a:bodyPr>
          <a:lstStyle>
            <a:lvl1pPr marL="0" indent="0">
              <a:buNone/>
              <a:defRPr sz="1600" b="1" cap="all" spc="0"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Subtitle</a:t>
            </a:r>
          </a:p>
        </p:txBody>
      </p:sp>
      <p:sp>
        <p:nvSpPr>
          <p:cNvPr id="21" name="Text Placeholder 2">
            <a:extLst>
              <a:ext uri="{FF2B5EF4-FFF2-40B4-BE49-F238E27FC236}">
                <a16:creationId xmlns:a16="http://schemas.microsoft.com/office/drawing/2014/main" id="{EF39661C-9FFC-3966-DFF5-3EC05C349697}"/>
              </a:ext>
            </a:extLst>
          </p:cNvPr>
          <p:cNvSpPr>
            <a:spLocks noGrp="1"/>
          </p:cNvSpPr>
          <p:nvPr>
            <p:ph type="body" idx="14" hasCustomPrompt="1"/>
          </p:nvPr>
        </p:nvSpPr>
        <p:spPr>
          <a:xfrm>
            <a:off x="6597650" y="4410655"/>
            <a:ext cx="4927599" cy="646331"/>
          </a:xfrm>
        </p:spPr>
        <p:txBody>
          <a:bodyPr anchor="t">
            <a:noAutofit/>
          </a:bodyPr>
          <a:lstStyle>
            <a:lvl1pPr marL="0" indent="0">
              <a:buNone/>
              <a:defRPr sz="1600" b="1" cap="all" spc="0"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Subtitle</a:t>
            </a:r>
          </a:p>
        </p:txBody>
      </p:sp>
      <p:sp>
        <p:nvSpPr>
          <p:cNvPr id="24" name="Text Placeholder 23">
            <a:extLst>
              <a:ext uri="{FF2B5EF4-FFF2-40B4-BE49-F238E27FC236}">
                <a16:creationId xmlns:a16="http://schemas.microsoft.com/office/drawing/2014/main" id="{B3561547-413D-2674-0191-6C11A24EE1F7}"/>
              </a:ext>
            </a:extLst>
          </p:cNvPr>
          <p:cNvSpPr>
            <a:spLocks noGrp="1"/>
          </p:cNvSpPr>
          <p:nvPr>
            <p:ph type="body" sz="quarter" idx="15"/>
          </p:nvPr>
        </p:nvSpPr>
        <p:spPr>
          <a:xfrm>
            <a:off x="685800" y="2550028"/>
            <a:ext cx="4927600" cy="1116013"/>
          </a:xfrm>
        </p:spPr>
        <p:txBody>
          <a:bodyPr>
            <a:noAutofit/>
          </a:bodyPr>
          <a:lstStyle>
            <a:lvl1pPr>
              <a:buClr>
                <a:schemeClr val="bg1"/>
              </a:buClr>
              <a:defRPr sz="16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26" name="Text Placeholder 23">
            <a:extLst>
              <a:ext uri="{FF2B5EF4-FFF2-40B4-BE49-F238E27FC236}">
                <a16:creationId xmlns:a16="http://schemas.microsoft.com/office/drawing/2014/main" id="{0D6ACD37-7FF4-F891-DD18-A6D7A5683A5B}"/>
              </a:ext>
            </a:extLst>
          </p:cNvPr>
          <p:cNvSpPr>
            <a:spLocks noGrp="1"/>
          </p:cNvSpPr>
          <p:nvPr>
            <p:ph type="body" sz="quarter" idx="16"/>
          </p:nvPr>
        </p:nvSpPr>
        <p:spPr>
          <a:xfrm>
            <a:off x="6597650" y="2550028"/>
            <a:ext cx="4927600" cy="1116013"/>
          </a:xfrm>
        </p:spPr>
        <p:txBody>
          <a:bodyPr>
            <a:noAutofit/>
          </a:bodyPr>
          <a:lstStyle>
            <a:lvl1pPr>
              <a:buClr>
                <a:schemeClr val="bg1"/>
              </a:buClr>
              <a:defRPr sz="16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p:txBody>
      </p:sp>
      <p:sp>
        <p:nvSpPr>
          <p:cNvPr id="27" name="Text Placeholder 23">
            <a:extLst>
              <a:ext uri="{FF2B5EF4-FFF2-40B4-BE49-F238E27FC236}">
                <a16:creationId xmlns:a16="http://schemas.microsoft.com/office/drawing/2014/main" id="{2812F92D-BDDE-A024-66B2-2A1F6D7CF89E}"/>
              </a:ext>
            </a:extLst>
          </p:cNvPr>
          <p:cNvSpPr>
            <a:spLocks noGrp="1"/>
          </p:cNvSpPr>
          <p:nvPr>
            <p:ph type="body" sz="quarter" idx="17"/>
          </p:nvPr>
        </p:nvSpPr>
        <p:spPr>
          <a:xfrm>
            <a:off x="685800" y="5087883"/>
            <a:ext cx="4927600" cy="855717"/>
          </a:xfrm>
        </p:spPr>
        <p:txBody>
          <a:bodyPr>
            <a:noAutofit/>
          </a:bodyPr>
          <a:lstStyle>
            <a:lvl1pPr>
              <a:buClr>
                <a:schemeClr val="bg1"/>
              </a:buClr>
              <a:defRPr sz="16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Text Placeholder 23">
            <a:extLst>
              <a:ext uri="{FF2B5EF4-FFF2-40B4-BE49-F238E27FC236}">
                <a16:creationId xmlns:a16="http://schemas.microsoft.com/office/drawing/2014/main" id="{15DFA29B-FFD8-1024-C536-AFC2527ADF17}"/>
              </a:ext>
            </a:extLst>
          </p:cNvPr>
          <p:cNvSpPr>
            <a:spLocks noGrp="1"/>
          </p:cNvSpPr>
          <p:nvPr>
            <p:ph type="body" sz="quarter" idx="18"/>
          </p:nvPr>
        </p:nvSpPr>
        <p:spPr>
          <a:xfrm>
            <a:off x="6597650" y="5087883"/>
            <a:ext cx="4927600" cy="855717"/>
          </a:xfrm>
        </p:spPr>
        <p:txBody>
          <a:bodyPr>
            <a:noAutofit/>
          </a:bodyPr>
          <a:lstStyle>
            <a:lvl1pPr>
              <a:buClr>
                <a:schemeClr val="bg1"/>
              </a:buClr>
              <a:defRPr sz="1600">
                <a:solidFill>
                  <a:schemeClr val="bg1"/>
                </a:solidFill>
              </a:defRPr>
            </a:lvl1pPr>
            <a:lvl2pPr>
              <a:buClr>
                <a:schemeClr val="bg1"/>
              </a:buClr>
              <a:defRPr sz="1400">
                <a:solidFill>
                  <a:schemeClr val="bg1"/>
                </a:solidFill>
              </a:defRPr>
            </a:lvl2pPr>
            <a:lvl3pPr>
              <a:buClr>
                <a:schemeClr val="bg1"/>
              </a:buClr>
              <a:defRPr sz="12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grpSp>
        <p:nvGrpSpPr>
          <p:cNvPr id="11" name="Group 10">
            <a:extLst>
              <a:ext uri="{FF2B5EF4-FFF2-40B4-BE49-F238E27FC236}">
                <a16:creationId xmlns:a16="http://schemas.microsoft.com/office/drawing/2014/main" id="{2DB7C304-E0ED-CBBF-04CD-A44CA1DDC7C4}"/>
              </a:ext>
            </a:extLst>
          </p:cNvPr>
          <p:cNvGrpSpPr/>
          <p:nvPr/>
        </p:nvGrpSpPr>
        <p:grpSpPr>
          <a:xfrm>
            <a:off x="11236328" y="0"/>
            <a:ext cx="280986" cy="1282539"/>
            <a:chOff x="11222692" y="155575"/>
            <a:chExt cx="280986" cy="1282539"/>
          </a:xfrm>
          <a:solidFill>
            <a:schemeClr val="accent1"/>
          </a:solidFill>
        </p:grpSpPr>
        <p:pic>
          <p:nvPicPr>
            <p:cNvPr id="13" name="Graphic 12">
              <a:extLst>
                <a:ext uri="{FF2B5EF4-FFF2-40B4-BE49-F238E27FC236}">
                  <a16:creationId xmlns:a16="http://schemas.microsoft.com/office/drawing/2014/main" id="{626F555F-BD51-8512-4FF7-3382303B47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222692" y="1219569"/>
              <a:ext cx="280986" cy="218545"/>
            </a:xfrm>
            <a:prstGeom prst="rect">
              <a:avLst/>
            </a:prstGeom>
          </p:spPr>
        </p:pic>
        <p:sp>
          <p:nvSpPr>
            <p:cNvPr id="14" name="Rectangle 13">
              <a:extLst>
                <a:ext uri="{FF2B5EF4-FFF2-40B4-BE49-F238E27FC236}">
                  <a16:creationId xmlns:a16="http://schemas.microsoft.com/office/drawing/2014/main" id="{16EEEEFB-2360-3989-A2BE-1812A0F71010}"/>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5" name="Footer Placeholder 14">
            <a:extLst>
              <a:ext uri="{FF2B5EF4-FFF2-40B4-BE49-F238E27FC236}">
                <a16:creationId xmlns:a16="http://schemas.microsoft.com/office/drawing/2014/main" id="{2BF3C1AF-9C7F-67FE-61CF-B368AE24BFD7}"/>
              </a:ext>
            </a:extLst>
          </p:cNvPr>
          <p:cNvSpPr>
            <a:spLocks noGrp="1"/>
          </p:cNvSpPr>
          <p:nvPr>
            <p:ph type="ftr" sz="quarter" idx="19"/>
          </p:nvPr>
        </p:nvSpPr>
        <p:spPr/>
        <p:txBody>
          <a:bodyPr/>
          <a:lstStyle>
            <a:lvl1pPr>
              <a:defRPr>
                <a:solidFill>
                  <a:schemeClr val="bg1"/>
                </a:solidFill>
              </a:defRPr>
            </a:lvl1pPr>
          </a:lstStyle>
          <a:p>
            <a:endParaRPr lang="en-GB"/>
          </a:p>
        </p:txBody>
      </p:sp>
      <p:sp>
        <p:nvSpPr>
          <p:cNvPr id="16" name="Slide Number Placeholder 15">
            <a:extLst>
              <a:ext uri="{FF2B5EF4-FFF2-40B4-BE49-F238E27FC236}">
                <a16:creationId xmlns:a16="http://schemas.microsoft.com/office/drawing/2014/main" id="{BF5B6266-0F0D-D91C-A7B5-809DFD99638B}"/>
              </a:ext>
            </a:extLst>
          </p:cNvPr>
          <p:cNvSpPr>
            <a:spLocks noGrp="1"/>
          </p:cNvSpPr>
          <p:nvPr>
            <p:ph type="sldNum" sz="quarter" idx="20"/>
          </p:nvPr>
        </p:nvSpPr>
        <p:spPr/>
        <p:txBody>
          <a:bodyPr/>
          <a:lstStyle>
            <a:lvl1pPr>
              <a:defRPr>
                <a:solidFill>
                  <a:schemeClr val="bg1"/>
                </a:solidFill>
              </a:defRPr>
            </a:lvl1pPr>
          </a:lstStyle>
          <a:p>
            <a:fld id="{3A74F2AC-1E9A-41D4-8B35-A069FB343260}" type="slidenum">
              <a:rPr lang="en-GB" smtClean="0"/>
              <a:pPr/>
              <a:t>‹#›</a:t>
            </a:fld>
            <a:endParaRPr lang="en-GB"/>
          </a:p>
        </p:txBody>
      </p:sp>
      <p:sp>
        <p:nvSpPr>
          <p:cNvPr id="3" name="Title 2">
            <a:extLst>
              <a:ext uri="{FF2B5EF4-FFF2-40B4-BE49-F238E27FC236}">
                <a16:creationId xmlns:a16="http://schemas.microsoft.com/office/drawing/2014/main" id="{4542DB06-FACB-7821-A97F-92F39FB399C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5344206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5963C4-2BE4-8A49-5154-331559506B2A}"/>
              </a:ext>
            </a:extLst>
          </p:cNvPr>
          <p:cNvSpPr>
            <a:spLocks noGrp="1"/>
          </p:cNvSpPr>
          <p:nvPr>
            <p:ph type="pic" idx="1"/>
          </p:nvPr>
        </p:nvSpPr>
        <p:spPr>
          <a:xfrm>
            <a:off x="0" y="0"/>
            <a:ext cx="7135813" cy="6857999"/>
          </a:xfrm>
          <a:solidFill>
            <a:schemeClr val="tx1">
              <a:lumMod val="20000"/>
              <a:lumOff val="80000"/>
            </a:schemeClr>
          </a:solidFill>
        </p:spPr>
        <p:txBody>
          <a:bodyPr bIns="1224000" anchor="ctr">
            <a:normAutofit/>
          </a:bodyPr>
          <a:lstStyle>
            <a:lvl1pPr marL="0" indent="0" algn="ctr">
              <a:buNone/>
              <a:defRPr sz="24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6" name="Text Placeholder 9">
            <a:extLst>
              <a:ext uri="{FF2B5EF4-FFF2-40B4-BE49-F238E27FC236}">
                <a16:creationId xmlns:a16="http://schemas.microsoft.com/office/drawing/2014/main" id="{38F4B474-B193-ADA1-885F-E0D77103A6E2}"/>
              </a:ext>
            </a:extLst>
          </p:cNvPr>
          <p:cNvSpPr>
            <a:spLocks noGrp="1"/>
          </p:cNvSpPr>
          <p:nvPr>
            <p:ph type="body" sz="quarter" idx="14" hasCustomPrompt="1"/>
          </p:nvPr>
        </p:nvSpPr>
        <p:spPr>
          <a:xfrm>
            <a:off x="0" y="5435600"/>
            <a:ext cx="7135813" cy="1422399"/>
          </a:xfrm>
          <a:gradFill flip="none" rotWithShape="1">
            <a:gsLst>
              <a:gs pos="100000">
                <a:srgbClr val="000000">
                  <a:alpha val="0"/>
                </a:srgbClr>
              </a:gs>
              <a:gs pos="0">
                <a:srgbClr val="000000">
                  <a:alpha val="40000"/>
                </a:srgbClr>
              </a:gs>
            </a:gsLst>
            <a:lin ang="16200000" scaled="1"/>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b"/>
          <a:lstStyle>
            <a:lvl1pPr marL="0" indent="0" algn="ctr">
              <a:buNone/>
              <a:defRPr lang="en-US" sz="800" dirty="0" smtClean="0">
                <a:solidFill>
                  <a:schemeClr val="lt1"/>
                </a:solid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GB" dirty="0">
                <a:solidFill>
                  <a:schemeClr val="lt1"/>
                </a:solidFill>
              </a:defRPr>
            </a:lvl5pPr>
          </a:lstStyle>
          <a:p>
            <a:pPr marL="0" marR="0" lvl="0" indent="0" algn="ctr" defTabSz="457200" rtl="0" eaLnBrk="1" fontAlgn="auto" latinLnBrk="0" hangingPunct="1">
              <a:lnSpc>
                <a:spcPct val="100000"/>
              </a:lnSpc>
              <a:spcBef>
                <a:spcPts val="0"/>
              </a:spcBef>
              <a:spcAft>
                <a:spcPts val="1200"/>
              </a:spcAft>
              <a:buClr>
                <a:schemeClr val="accent1"/>
              </a:buClr>
              <a:buSzTx/>
              <a:buFont typeface="Arial" panose="020B0604020202020204" pitchFamily="34" charset="0"/>
              <a:buNone/>
              <a:tabLst/>
              <a:defRPr/>
            </a:pPr>
            <a:r>
              <a:rPr lang="en-GB"/>
              <a:t>Do not enter text into this placeholder. This will not show up when presenting. </a:t>
            </a:r>
          </a:p>
        </p:txBody>
      </p:sp>
      <p:sp>
        <p:nvSpPr>
          <p:cNvPr id="2" name="Title 1">
            <a:extLst>
              <a:ext uri="{FF2B5EF4-FFF2-40B4-BE49-F238E27FC236}">
                <a16:creationId xmlns:a16="http://schemas.microsoft.com/office/drawing/2014/main" id="{F0A6E472-B38C-C109-1A8A-E3819EF1B603}"/>
              </a:ext>
            </a:extLst>
          </p:cNvPr>
          <p:cNvSpPr>
            <a:spLocks noGrp="1"/>
          </p:cNvSpPr>
          <p:nvPr>
            <p:ph type="title" hasCustomPrompt="1"/>
          </p:nvPr>
        </p:nvSpPr>
        <p:spPr>
          <a:xfrm>
            <a:off x="7820025" y="1722661"/>
            <a:ext cx="3686175" cy="1987327"/>
          </a:xfrm>
        </p:spPr>
        <p:txBody>
          <a:bodyPr lIns="0" anchor="b"/>
          <a:lstStyle>
            <a:lvl1pPr>
              <a:defRPr sz="3200" cap="all" baseline="0"/>
            </a:lvl1pPr>
          </a:lstStyle>
          <a:p>
            <a:r>
              <a:rPr lang="en-US"/>
              <a:t>CLICK TO EDIT MASTER TITLE STYLE</a:t>
            </a:r>
            <a:endParaRPr lang="en-GB"/>
          </a:p>
        </p:txBody>
      </p:sp>
      <p:sp>
        <p:nvSpPr>
          <p:cNvPr id="4" name="Text Placeholder 3">
            <a:extLst>
              <a:ext uri="{FF2B5EF4-FFF2-40B4-BE49-F238E27FC236}">
                <a16:creationId xmlns:a16="http://schemas.microsoft.com/office/drawing/2014/main" id="{29BC8271-20AF-BC16-21DD-D105DCC95FB2}"/>
              </a:ext>
            </a:extLst>
          </p:cNvPr>
          <p:cNvSpPr>
            <a:spLocks noGrp="1"/>
          </p:cNvSpPr>
          <p:nvPr>
            <p:ph type="body" sz="half" idx="2"/>
          </p:nvPr>
        </p:nvSpPr>
        <p:spPr>
          <a:xfrm>
            <a:off x="7820025" y="3956274"/>
            <a:ext cx="3686175" cy="1987327"/>
          </a:xfrm>
        </p:spPr>
        <p:txBody>
          <a:bodyPr l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a:extLst>
              <a:ext uri="{FF2B5EF4-FFF2-40B4-BE49-F238E27FC236}">
                <a16:creationId xmlns:a16="http://schemas.microsoft.com/office/drawing/2014/main" id="{01F412B3-1898-9E10-2720-3B2302890D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5" name="Group 4">
            <a:extLst>
              <a:ext uri="{FF2B5EF4-FFF2-40B4-BE49-F238E27FC236}">
                <a16:creationId xmlns:a16="http://schemas.microsoft.com/office/drawing/2014/main" id="{4843B916-36BE-6985-EE30-8F683D1D25A0}"/>
              </a:ext>
            </a:extLst>
          </p:cNvPr>
          <p:cNvGrpSpPr/>
          <p:nvPr/>
        </p:nvGrpSpPr>
        <p:grpSpPr>
          <a:xfrm>
            <a:off x="11236328" y="0"/>
            <a:ext cx="280986" cy="1282539"/>
            <a:chOff x="11222692" y="155575"/>
            <a:chExt cx="280986" cy="1282539"/>
          </a:xfrm>
          <a:solidFill>
            <a:schemeClr val="accent1"/>
          </a:solidFill>
        </p:grpSpPr>
        <p:pic>
          <p:nvPicPr>
            <p:cNvPr id="8" name="Graphic 7">
              <a:extLst>
                <a:ext uri="{FF2B5EF4-FFF2-40B4-BE49-F238E27FC236}">
                  <a16:creationId xmlns:a16="http://schemas.microsoft.com/office/drawing/2014/main" id="{70B607D0-D082-8223-0ABF-40723A02D7F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10" name="Rectangle 9">
              <a:extLst>
                <a:ext uri="{FF2B5EF4-FFF2-40B4-BE49-F238E27FC236}">
                  <a16:creationId xmlns:a16="http://schemas.microsoft.com/office/drawing/2014/main" id="{D4B18141-557E-CF6B-12DA-9D8967356DEF}"/>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Footer Placeholder 10">
            <a:extLst>
              <a:ext uri="{FF2B5EF4-FFF2-40B4-BE49-F238E27FC236}">
                <a16:creationId xmlns:a16="http://schemas.microsoft.com/office/drawing/2014/main" id="{DF53666F-315E-2AE5-5FBF-9CDB2F9DB04A}"/>
              </a:ext>
            </a:extLst>
          </p:cNvPr>
          <p:cNvSpPr>
            <a:spLocks noGrp="1"/>
          </p:cNvSpPr>
          <p:nvPr>
            <p:ph type="ftr" sz="quarter" idx="10"/>
          </p:nvPr>
        </p:nvSpPr>
        <p:spPr/>
        <p:txBody>
          <a:bodyPr/>
          <a:lstStyle>
            <a:lvl1pPr>
              <a:defRPr>
                <a:solidFill>
                  <a:schemeClr val="bg1"/>
                </a:solidFill>
              </a:defRPr>
            </a:lvl1pPr>
          </a:lstStyle>
          <a:p>
            <a:endParaRPr lang="en-GB"/>
          </a:p>
        </p:txBody>
      </p:sp>
      <p:sp>
        <p:nvSpPr>
          <p:cNvPr id="12" name="Slide Number Placeholder 11">
            <a:extLst>
              <a:ext uri="{FF2B5EF4-FFF2-40B4-BE49-F238E27FC236}">
                <a16:creationId xmlns:a16="http://schemas.microsoft.com/office/drawing/2014/main" id="{C5B956D2-FF6B-FB30-5391-B39DA67FC04D}"/>
              </a:ext>
            </a:extLst>
          </p:cNvPr>
          <p:cNvSpPr>
            <a:spLocks noGrp="1"/>
          </p:cNvSpPr>
          <p:nvPr>
            <p:ph type="sldNum" sz="quarter" idx="11"/>
          </p:nvPr>
        </p:nvSpPr>
        <p:spPr/>
        <p:txBody>
          <a:bodyPr/>
          <a:lstStyle>
            <a:lvl1pPr>
              <a:defRPr>
                <a:solidFill>
                  <a:schemeClr val="bg1"/>
                </a:solidFill>
              </a:defRPr>
            </a:lvl1pPr>
          </a:lstStyle>
          <a:p>
            <a:fld id="{3A74F2AC-1E9A-41D4-8B35-A069FB343260}" type="slidenum">
              <a:rPr lang="en-GB" smtClean="0"/>
              <a:pPr/>
              <a:t>‹#›</a:t>
            </a:fld>
            <a:endParaRPr lang="en-GB"/>
          </a:p>
        </p:txBody>
      </p:sp>
      <p:grpSp>
        <p:nvGrpSpPr>
          <p:cNvPr id="7" name="Group 6">
            <a:extLst>
              <a:ext uri="{FF2B5EF4-FFF2-40B4-BE49-F238E27FC236}">
                <a16:creationId xmlns:a16="http://schemas.microsoft.com/office/drawing/2014/main" id="{C7627C47-D7CF-5D6D-0DA2-D56D875DAA11}"/>
              </a:ext>
            </a:extLst>
          </p:cNvPr>
          <p:cNvGrpSpPr/>
          <p:nvPr/>
        </p:nvGrpSpPr>
        <p:grpSpPr>
          <a:xfrm>
            <a:off x="-1518920" y="0"/>
            <a:ext cx="1248590" cy="3843947"/>
            <a:chOff x="-2206171" y="0"/>
            <a:chExt cx="1973942" cy="3614166"/>
          </a:xfrm>
        </p:grpSpPr>
        <p:sp>
          <p:nvSpPr>
            <p:cNvPr id="13" name="Rectangle 12">
              <a:extLst>
                <a:ext uri="{FF2B5EF4-FFF2-40B4-BE49-F238E27FC236}">
                  <a16:creationId xmlns:a16="http://schemas.microsoft.com/office/drawing/2014/main" id="{186A5F66-43F3-AA4A-39B3-CCB4BB3C3013}"/>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800" b="1"/>
                <a:t>TEMPLATE TIPS</a:t>
              </a:r>
            </a:p>
          </p:txBody>
        </p:sp>
        <p:sp>
          <p:nvSpPr>
            <p:cNvPr id="14" name="Rectangle 13">
              <a:extLst>
                <a:ext uri="{FF2B5EF4-FFF2-40B4-BE49-F238E27FC236}">
                  <a16:creationId xmlns:a16="http://schemas.microsoft.com/office/drawing/2014/main" id="{F749C2E6-9B7A-F9FC-F1C2-213371FBF837}"/>
                </a:ext>
              </a:extLst>
            </p:cNvPr>
            <p:cNvSpPr/>
            <p:nvPr/>
          </p:nvSpPr>
          <p:spPr>
            <a:xfrm>
              <a:off x="-2206171" y="275773"/>
              <a:ext cx="1973942" cy="3338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GB" sz="900">
                  <a:solidFill>
                    <a:schemeClr val="tx1"/>
                  </a:solidFill>
                </a:rPr>
                <a:t>This slide uses a gradient placeholder on the right. Be careful when pasting text into this slide, or applying this layout to an existing layout, as text may automatically snap into the placeholder. If this happens, simply delete the text and reset the slide layout.</a:t>
              </a:r>
            </a:p>
            <a:p>
              <a:endParaRPr lang="en-GB" sz="900">
                <a:solidFill>
                  <a:schemeClr val="tx1"/>
                </a:solidFill>
              </a:endParaRPr>
            </a:p>
            <a:p>
              <a:r>
                <a:rPr lang="en-GB" sz="900">
                  <a:solidFill>
                    <a:schemeClr val="tx1"/>
                  </a:solidFill>
                </a:rPr>
                <a:t>To change pictures, right click the picture and select ‘change picture. </a:t>
              </a:r>
            </a:p>
            <a:p>
              <a:endParaRPr lang="en-GB" sz="900">
                <a:solidFill>
                  <a:schemeClr val="tx1"/>
                </a:solidFill>
              </a:endParaRPr>
            </a:p>
            <a:p>
              <a:r>
                <a:rPr lang="en-GB" sz="900">
                  <a:solidFill>
                    <a:schemeClr val="tx1"/>
                  </a:solidFill>
                </a:rPr>
                <a:t>Clicking reset under the home tab will reset the picture into the correct position.</a:t>
              </a:r>
            </a:p>
            <a:p>
              <a:endParaRPr lang="en-GB" sz="900">
                <a:solidFill>
                  <a:schemeClr val="tx1"/>
                </a:solidFill>
              </a:endParaRPr>
            </a:p>
          </p:txBody>
        </p:sp>
      </p:grpSp>
    </p:spTree>
    <p:extLst>
      <p:ext uri="{BB962C8B-B14F-4D97-AF65-F5344CB8AC3E}">
        <p14:creationId xmlns:p14="http://schemas.microsoft.com/office/powerpoint/2010/main" val="7944816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4 Pictures with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711FA24-0563-0782-C62A-B9B90404FB63}"/>
              </a:ext>
            </a:extLst>
          </p:cNvPr>
          <p:cNvSpPr>
            <a:spLocks noGrp="1"/>
          </p:cNvSpPr>
          <p:nvPr>
            <p:ph type="pic" sz="quarter" idx="12"/>
          </p:nvPr>
        </p:nvSpPr>
        <p:spPr>
          <a:xfrm>
            <a:off x="693480" y="1714500"/>
            <a:ext cx="3440370" cy="1998000"/>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a:p>
        </p:txBody>
      </p:sp>
      <p:sp>
        <p:nvSpPr>
          <p:cNvPr id="32" name="Picture Placeholder 5">
            <a:extLst>
              <a:ext uri="{FF2B5EF4-FFF2-40B4-BE49-F238E27FC236}">
                <a16:creationId xmlns:a16="http://schemas.microsoft.com/office/drawing/2014/main" id="{CFFAE304-BB3D-417B-0B8F-841F46EB2DAE}"/>
              </a:ext>
            </a:extLst>
          </p:cNvPr>
          <p:cNvSpPr>
            <a:spLocks noGrp="1"/>
          </p:cNvSpPr>
          <p:nvPr>
            <p:ph type="pic" sz="quarter" idx="24"/>
          </p:nvPr>
        </p:nvSpPr>
        <p:spPr>
          <a:xfrm>
            <a:off x="684212" y="3945600"/>
            <a:ext cx="3440370" cy="1998000"/>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a:p>
        </p:txBody>
      </p:sp>
      <p:sp>
        <p:nvSpPr>
          <p:cNvPr id="17" name="Picture Placeholder 5">
            <a:extLst>
              <a:ext uri="{FF2B5EF4-FFF2-40B4-BE49-F238E27FC236}">
                <a16:creationId xmlns:a16="http://schemas.microsoft.com/office/drawing/2014/main" id="{96A5D6E4-D4E0-F004-561F-0F2870A749A0}"/>
              </a:ext>
            </a:extLst>
          </p:cNvPr>
          <p:cNvSpPr>
            <a:spLocks noGrp="1"/>
          </p:cNvSpPr>
          <p:nvPr>
            <p:ph type="pic" sz="quarter" idx="25"/>
          </p:nvPr>
        </p:nvSpPr>
        <p:spPr>
          <a:xfrm>
            <a:off x="4385083" y="1714500"/>
            <a:ext cx="3440370" cy="1998000"/>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a:p>
        </p:txBody>
      </p:sp>
      <p:sp>
        <p:nvSpPr>
          <p:cNvPr id="18" name="Picture Placeholder 5">
            <a:extLst>
              <a:ext uri="{FF2B5EF4-FFF2-40B4-BE49-F238E27FC236}">
                <a16:creationId xmlns:a16="http://schemas.microsoft.com/office/drawing/2014/main" id="{4BA01269-8C0E-4DFA-07E6-6BC063D4470A}"/>
              </a:ext>
            </a:extLst>
          </p:cNvPr>
          <p:cNvSpPr>
            <a:spLocks noGrp="1"/>
          </p:cNvSpPr>
          <p:nvPr>
            <p:ph type="pic" sz="quarter" idx="26"/>
          </p:nvPr>
        </p:nvSpPr>
        <p:spPr>
          <a:xfrm>
            <a:off x="4375815" y="3945600"/>
            <a:ext cx="3440370" cy="1998000"/>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a:p>
        </p:txBody>
      </p:sp>
      <p:sp>
        <p:nvSpPr>
          <p:cNvPr id="9" name="Text Placeholder 8">
            <a:extLst>
              <a:ext uri="{FF2B5EF4-FFF2-40B4-BE49-F238E27FC236}">
                <a16:creationId xmlns:a16="http://schemas.microsoft.com/office/drawing/2014/main" id="{BC2B4B00-0827-25C6-BFF9-ADCC9CAC3278}"/>
              </a:ext>
            </a:extLst>
          </p:cNvPr>
          <p:cNvSpPr>
            <a:spLocks noGrp="1"/>
          </p:cNvSpPr>
          <p:nvPr>
            <p:ph type="body" sz="quarter" idx="27"/>
          </p:nvPr>
        </p:nvSpPr>
        <p:spPr>
          <a:xfrm>
            <a:off x="8065830" y="1714500"/>
            <a:ext cx="3432433" cy="4229100"/>
          </a:xfrm>
          <a:ln w="12700">
            <a:gradFill flip="none" rotWithShape="1">
              <a:gsLst>
                <a:gs pos="99000">
                  <a:schemeClr val="bg1">
                    <a:alpha val="0"/>
                  </a:schemeClr>
                </a:gs>
                <a:gs pos="100000">
                  <a:schemeClr val="bg2"/>
                </a:gs>
              </a:gsLst>
              <a:lin ang="10800000" scaled="1"/>
              <a:tileRect/>
            </a:gradFill>
          </a:ln>
        </p:spPr>
        <p:txBody>
          <a:bodyPr lIns="18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0" name="Graphic 9">
            <a:extLst>
              <a:ext uri="{FF2B5EF4-FFF2-40B4-BE49-F238E27FC236}">
                <a16:creationId xmlns:a16="http://schemas.microsoft.com/office/drawing/2014/main" id="{12AC8AD2-F77F-A6D8-1521-F3F7AB22911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5" name="Group 4">
            <a:extLst>
              <a:ext uri="{FF2B5EF4-FFF2-40B4-BE49-F238E27FC236}">
                <a16:creationId xmlns:a16="http://schemas.microsoft.com/office/drawing/2014/main" id="{6E2B3F5D-0152-CE28-4DD5-3A52B1105ADE}"/>
              </a:ext>
            </a:extLst>
          </p:cNvPr>
          <p:cNvGrpSpPr/>
          <p:nvPr/>
        </p:nvGrpSpPr>
        <p:grpSpPr>
          <a:xfrm>
            <a:off x="11236328" y="0"/>
            <a:ext cx="280986" cy="1282539"/>
            <a:chOff x="11222692" y="155575"/>
            <a:chExt cx="280986" cy="1282539"/>
          </a:xfrm>
          <a:solidFill>
            <a:schemeClr val="accent1"/>
          </a:solidFill>
        </p:grpSpPr>
        <p:pic>
          <p:nvPicPr>
            <p:cNvPr id="8" name="Graphic 7">
              <a:extLst>
                <a:ext uri="{FF2B5EF4-FFF2-40B4-BE49-F238E27FC236}">
                  <a16:creationId xmlns:a16="http://schemas.microsoft.com/office/drawing/2014/main" id="{8696B160-7594-BCBF-A75F-A1A090E29D0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11" name="Rectangle 10">
              <a:extLst>
                <a:ext uri="{FF2B5EF4-FFF2-40B4-BE49-F238E27FC236}">
                  <a16:creationId xmlns:a16="http://schemas.microsoft.com/office/drawing/2014/main" id="{DA0EF868-650B-BC9D-817D-B6E3E1E63043}"/>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Footer Placeholder 6">
            <a:extLst>
              <a:ext uri="{FF2B5EF4-FFF2-40B4-BE49-F238E27FC236}">
                <a16:creationId xmlns:a16="http://schemas.microsoft.com/office/drawing/2014/main" id="{5CB22F13-685E-C312-02B2-71F5C8B5225A}"/>
              </a:ext>
            </a:extLst>
          </p:cNvPr>
          <p:cNvSpPr>
            <a:spLocks noGrp="1"/>
          </p:cNvSpPr>
          <p:nvPr>
            <p:ph type="ftr" sz="quarter" idx="28"/>
          </p:nvPr>
        </p:nvSpPr>
        <p:spPr/>
        <p:txBody>
          <a:bodyPr/>
          <a:lstStyle/>
          <a:p>
            <a:endParaRPr lang="en-GB"/>
          </a:p>
        </p:txBody>
      </p:sp>
      <p:sp>
        <p:nvSpPr>
          <p:cNvPr id="12" name="Slide Number Placeholder 11">
            <a:extLst>
              <a:ext uri="{FF2B5EF4-FFF2-40B4-BE49-F238E27FC236}">
                <a16:creationId xmlns:a16="http://schemas.microsoft.com/office/drawing/2014/main" id="{5ACB44D8-0F4B-F403-7E52-23F1BFBD5438}"/>
              </a:ext>
            </a:extLst>
          </p:cNvPr>
          <p:cNvSpPr>
            <a:spLocks noGrp="1"/>
          </p:cNvSpPr>
          <p:nvPr>
            <p:ph type="sldNum" sz="quarter" idx="29"/>
          </p:nvPr>
        </p:nvSpPr>
        <p:spPr/>
        <p:txBody>
          <a:bodyPr/>
          <a:lstStyle/>
          <a:p>
            <a:fld id="{3A74F2AC-1E9A-41D4-8B35-A069FB343260}" type="slidenum">
              <a:rPr lang="en-GB" smtClean="0"/>
              <a:pPr/>
              <a:t>‹#›</a:t>
            </a:fld>
            <a:endParaRPr lang="en-GB"/>
          </a:p>
        </p:txBody>
      </p:sp>
      <p:sp>
        <p:nvSpPr>
          <p:cNvPr id="3" name="Title 2">
            <a:extLst>
              <a:ext uri="{FF2B5EF4-FFF2-40B4-BE49-F238E27FC236}">
                <a16:creationId xmlns:a16="http://schemas.microsoft.com/office/drawing/2014/main" id="{55253B8B-67E7-6F5F-529B-EE1BD8D1CF3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896767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4 Pictures / 4 Text Panels">
    <p:spTree>
      <p:nvGrpSpPr>
        <p:cNvPr id="1" name=""/>
        <p:cNvGrpSpPr/>
        <p:nvPr/>
      </p:nvGrpSpPr>
      <p:grpSpPr>
        <a:xfrm>
          <a:off x="0" y="0"/>
          <a:ext cx="0" cy="0"/>
          <a:chOff x="0" y="0"/>
          <a:chExt cx="0" cy="0"/>
        </a:xfrm>
      </p:grpSpPr>
      <p:sp>
        <p:nvSpPr>
          <p:cNvPr id="33" name="Text Placeholder 12">
            <a:extLst>
              <a:ext uri="{FF2B5EF4-FFF2-40B4-BE49-F238E27FC236}">
                <a16:creationId xmlns:a16="http://schemas.microsoft.com/office/drawing/2014/main" id="{1519FCF2-EDE0-31C1-8A80-7DDC0EFDB02B}"/>
              </a:ext>
            </a:extLst>
          </p:cNvPr>
          <p:cNvSpPr>
            <a:spLocks noGrp="1"/>
          </p:cNvSpPr>
          <p:nvPr>
            <p:ph type="body" sz="quarter" idx="25"/>
          </p:nvPr>
        </p:nvSpPr>
        <p:spPr>
          <a:xfrm>
            <a:off x="3091820" y="1714499"/>
            <a:ext cx="2281580" cy="2069647"/>
          </a:xfrm>
          <a:solidFill>
            <a:schemeClr val="accent2"/>
          </a:solidFill>
        </p:spPr>
        <p:txBody>
          <a:bodyPr lIns="144000" tIns="144000" rIns="144000" bIns="144000">
            <a:normAutofit/>
          </a:bodyPr>
          <a:lstStyle>
            <a:lvl1pPr marL="0" indent="0">
              <a:buClr>
                <a:schemeClr val="bg1"/>
              </a:buClr>
              <a:buNone/>
              <a:defRPr sz="1600">
                <a:solidFill>
                  <a:schemeClr val="bg1"/>
                </a:solidFill>
              </a:defRPr>
            </a:lvl1pPr>
            <a:lvl2pPr marL="457200" indent="0">
              <a:buClr>
                <a:schemeClr val="bg1"/>
              </a:buClr>
              <a:buNone/>
              <a:defRPr sz="1400">
                <a:solidFill>
                  <a:schemeClr val="bg1"/>
                </a:solidFill>
              </a:defRPr>
            </a:lvl2pPr>
            <a:lvl3pPr marL="914400" indent="0">
              <a:buClr>
                <a:schemeClr val="bg1"/>
              </a:buClr>
              <a:buNone/>
              <a:defRPr sz="1200">
                <a:solidFill>
                  <a:schemeClr val="bg1"/>
                </a:solidFill>
              </a:defRPr>
            </a:lvl3pPr>
            <a:lvl4pPr marL="1371600" indent="0">
              <a:buClr>
                <a:schemeClr val="bg1"/>
              </a:buClr>
              <a:buNone/>
              <a:defRPr sz="1100">
                <a:solidFill>
                  <a:schemeClr val="bg1"/>
                </a:solidFill>
              </a:defRPr>
            </a:lvl4pPr>
            <a:lvl5pPr marL="1828800" indent="0">
              <a:buClr>
                <a:schemeClr val="bg1"/>
              </a:buClr>
              <a:buNone/>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Picture Placeholder 5">
            <a:extLst>
              <a:ext uri="{FF2B5EF4-FFF2-40B4-BE49-F238E27FC236}">
                <a16:creationId xmlns:a16="http://schemas.microsoft.com/office/drawing/2014/main" id="{0711FA24-0563-0782-C62A-B9B90404FB63}"/>
              </a:ext>
            </a:extLst>
          </p:cNvPr>
          <p:cNvSpPr>
            <a:spLocks noGrp="1"/>
          </p:cNvSpPr>
          <p:nvPr>
            <p:ph type="pic" sz="quarter" idx="12"/>
          </p:nvPr>
        </p:nvSpPr>
        <p:spPr>
          <a:xfrm>
            <a:off x="693480" y="1714499"/>
            <a:ext cx="2291019" cy="2069647"/>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a:p>
        </p:txBody>
      </p:sp>
      <p:sp>
        <p:nvSpPr>
          <p:cNvPr id="26" name="Text Placeholder 12">
            <a:extLst>
              <a:ext uri="{FF2B5EF4-FFF2-40B4-BE49-F238E27FC236}">
                <a16:creationId xmlns:a16="http://schemas.microsoft.com/office/drawing/2014/main" id="{D492183A-E851-B1F3-779B-E96ED2D75445}"/>
              </a:ext>
            </a:extLst>
          </p:cNvPr>
          <p:cNvSpPr>
            <a:spLocks noGrp="1"/>
          </p:cNvSpPr>
          <p:nvPr>
            <p:ph type="body" sz="quarter" idx="23"/>
          </p:nvPr>
        </p:nvSpPr>
        <p:spPr>
          <a:xfrm>
            <a:off x="698200" y="3864427"/>
            <a:ext cx="2281580" cy="2069647"/>
          </a:xfrm>
          <a:solidFill>
            <a:schemeClr val="accent1"/>
          </a:solidFill>
        </p:spPr>
        <p:txBody>
          <a:bodyPr lIns="144000" tIns="144000" rIns="144000" bIns="144000">
            <a:normAutofit/>
          </a:bodyPr>
          <a:lstStyle>
            <a:lvl1pPr marL="0" indent="0">
              <a:buClr>
                <a:schemeClr val="bg1"/>
              </a:buClr>
              <a:buNone/>
              <a:defRPr sz="1600">
                <a:solidFill>
                  <a:schemeClr val="bg1"/>
                </a:solidFill>
              </a:defRPr>
            </a:lvl1pPr>
            <a:lvl2pPr marL="457200" indent="0">
              <a:buClr>
                <a:schemeClr val="bg1"/>
              </a:buClr>
              <a:buNone/>
              <a:defRPr sz="1400">
                <a:solidFill>
                  <a:schemeClr val="bg1"/>
                </a:solidFill>
              </a:defRPr>
            </a:lvl2pPr>
            <a:lvl3pPr marL="914400" indent="0">
              <a:buClr>
                <a:schemeClr val="bg1"/>
              </a:buClr>
              <a:buNone/>
              <a:defRPr sz="1200">
                <a:solidFill>
                  <a:schemeClr val="bg1"/>
                </a:solidFill>
              </a:defRPr>
            </a:lvl3pPr>
            <a:lvl4pPr marL="1371600" indent="0">
              <a:buClr>
                <a:schemeClr val="bg1"/>
              </a:buClr>
              <a:buNone/>
              <a:defRPr sz="1100">
                <a:solidFill>
                  <a:schemeClr val="bg1"/>
                </a:solidFill>
              </a:defRPr>
            </a:lvl4pPr>
            <a:lvl5pPr marL="1828800" indent="0">
              <a:buClr>
                <a:schemeClr val="bg1"/>
              </a:buClr>
              <a:buNone/>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Picture Placeholder 5">
            <a:extLst>
              <a:ext uri="{FF2B5EF4-FFF2-40B4-BE49-F238E27FC236}">
                <a16:creationId xmlns:a16="http://schemas.microsoft.com/office/drawing/2014/main" id="{CFFAE304-BB3D-417B-0B8F-841F46EB2DAE}"/>
              </a:ext>
            </a:extLst>
          </p:cNvPr>
          <p:cNvSpPr>
            <a:spLocks noGrp="1"/>
          </p:cNvSpPr>
          <p:nvPr>
            <p:ph type="pic" sz="quarter" idx="24"/>
          </p:nvPr>
        </p:nvSpPr>
        <p:spPr>
          <a:xfrm>
            <a:off x="3087100" y="3864427"/>
            <a:ext cx="2291019" cy="2069647"/>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a:p>
        </p:txBody>
      </p:sp>
      <p:sp>
        <p:nvSpPr>
          <p:cNvPr id="34" name="Picture Placeholder 5">
            <a:extLst>
              <a:ext uri="{FF2B5EF4-FFF2-40B4-BE49-F238E27FC236}">
                <a16:creationId xmlns:a16="http://schemas.microsoft.com/office/drawing/2014/main" id="{554E48B1-514C-EDF0-9011-5A330D5AE91F}"/>
              </a:ext>
            </a:extLst>
          </p:cNvPr>
          <p:cNvSpPr>
            <a:spLocks noGrp="1"/>
          </p:cNvSpPr>
          <p:nvPr>
            <p:ph type="pic" sz="quarter" idx="26"/>
          </p:nvPr>
        </p:nvSpPr>
        <p:spPr>
          <a:xfrm>
            <a:off x="5480720" y="1714499"/>
            <a:ext cx="2291019" cy="2069647"/>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a:p>
        </p:txBody>
      </p:sp>
      <p:sp>
        <p:nvSpPr>
          <p:cNvPr id="35" name="Text Placeholder 12">
            <a:extLst>
              <a:ext uri="{FF2B5EF4-FFF2-40B4-BE49-F238E27FC236}">
                <a16:creationId xmlns:a16="http://schemas.microsoft.com/office/drawing/2014/main" id="{086A82FF-39FE-7717-57CD-8811ACCF3350}"/>
              </a:ext>
            </a:extLst>
          </p:cNvPr>
          <p:cNvSpPr>
            <a:spLocks noGrp="1"/>
          </p:cNvSpPr>
          <p:nvPr>
            <p:ph type="body" sz="quarter" idx="27"/>
          </p:nvPr>
        </p:nvSpPr>
        <p:spPr>
          <a:xfrm>
            <a:off x="5480720" y="3864427"/>
            <a:ext cx="2281580" cy="2069647"/>
          </a:xfrm>
          <a:solidFill>
            <a:schemeClr val="accent4"/>
          </a:solidFill>
        </p:spPr>
        <p:txBody>
          <a:bodyPr lIns="144000" tIns="144000" rIns="144000" bIns="144000">
            <a:normAutofit/>
          </a:bodyPr>
          <a:lstStyle>
            <a:lvl1pPr marL="0" indent="0">
              <a:buClr>
                <a:schemeClr val="bg1"/>
              </a:buClr>
              <a:buNone/>
              <a:defRPr sz="1600">
                <a:solidFill>
                  <a:schemeClr val="bg1"/>
                </a:solidFill>
              </a:defRPr>
            </a:lvl1pPr>
            <a:lvl2pPr marL="457200" indent="0">
              <a:buClr>
                <a:schemeClr val="bg1"/>
              </a:buClr>
              <a:buNone/>
              <a:defRPr sz="1400">
                <a:solidFill>
                  <a:schemeClr val="bg1"/>
                </a:solidFill>
              </a:defRPr>
            </a:lvl2pPr>
            <a:lvl3pPr marL="914400" indent="0">
              <a:buClr>
                <a:schemeClr val="bg1"/>
              </a:buClr>
              <a:buNone/>
              <a:defRPr sz="1200">
                <a:solidFill>
                  <a:schemeClr val="bg1"/>
                </a:solidFill>
              </a:defRPr>
            </a:lvl3pPr>
            <a:lvl4pPr marL="1371600" indent="0">
              <a:buClr>
                <a:schemeClr val="bg1"/>
              </a:buClr>
              <a:buNone/>
              <a:defRPr sz="1100">
                <a:solidFill>
                  <a:schemeClr val="bg1"/>
                </a:solidFill>
              </a:defRPr>
            </a:lvl4pPr>
            <a:lvl5pPr marL="1828800" indent="0">
              <a:buClr>
                <a:schemeClr val="bg1"/>
              </a:buClr>
              <a:buNone/>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6" name="Picture Placeholder 5">
            <a:extLst>
              <a:ext uri="{FF2B5EF4-FFF2-40B4-BE49-F238E27FC236}">
                <a16:creationId xmlns:a16="http://schemas.microsoft.com/office/drawing/2014/main" id="{47EA2F78-B16C-7CD2-6DCB-516EF003ECEB}"/>
              </a:ext>
            </a:extLst>
          </p:cNvPr>
          <p:cNvSpPr>
            <a:spLocks noGrp="1"/>
          </p:cNvSpPr>
          <p:nvPr>
            <p:ph type="pic" sz="quarter" idx="28"/>
          </p:nvPr>
        </p:nvSpPr>
        <p:spPr>
          <a:xfrm>
            <a:off x="7869620" y="3864427"/>
            <a:ext cx="2291019" cy="2069647"/>
          </a:xfrm>
          <a:solidFill>
            <a:schemeClr val="tx1">
              <a:lumMod val="20000"/>
              <a:lumOff val="80000"/>
            </a:schemeClr>
          </a:solidFill>
        </p:spPr>
        <p:txBody>
          <a:bodyPr tIns="36000" bIns="936000" anchor="ctr">
            <a:normAutofit/>
          </a:bodyPr>
          <a:lstStyle>
            <a:lvl1pPr marL="0" indent="0" algn="ctr">
              <a:buNone/>
              <a:defRPr sz="1600">
                <a:solidFill>
                  <a:schemeClr val="tx1"/>
                </a:solidFill>
              </a:defRPr>
            </a:lvl1pPr>
          </a:lstStyle>
          <a:p>
            <a:r>
              <a:rPr lang="en-US"/>
              <a:t>Click icon to add picture</a:t>
            </a:r>
            <a:endParaRPr lang="en-GB"/>
          </a:p>
        </p:txBody>
      </p:sp>
      <p:sp>
        <p:nvSpPr>
          <p:cNvPr id="37" name="Text Placeholder 12">
            <a:extLst>
              <a:ext uri="{FF2B5EF4-FFF2-40B4-BE49-F238E27FC236}">
                <a16:creationId xmlns:a16="http://schemas.microsoft.com/office/drawing/2014/main" id="{B4ECEBF6-12D3-42A2-D99A-FFF2EAE1C369}"/>
              </a:ext>
            </a:extLst>
          </p:cNvPr>
          <p:cNvSpPr>
            <a:spLocks noGrp="1"/>
          </p:cNvSpPr>
          <p:nvPr>
            <p:ph type="body" sz="quarter" idx="29"/>
          </p:nvPr>
        </p:nvSpPr>
        <p:spPr>
          <a:xfrm>
            <a:off x="7879060" y="1714499"/>
            <a:ext cx="2281580" cy="2069647"/>
          </a:xfrm>
          <a:solidFill>
            <a:schemeClr val="accent3"/>
          </a:solidFill>
        </p:spPr>
        <p:txBody>
          <a:bodyPr lIns="144000" tIns="144000" rIns="144000" bIns="144000">
            <a:normAutofit/>
          </a:bodyPr>
          <a:lstStyle>
            <a:lvl1pPr marL="0" indent="0">
              <a:buClr>
                <a:schemeClr val="bg1"/>
              </a:buClr>
              <a:buNone/>
              <a:defRPr sz="1600">
                <a:solidFill>
                  <a:schemeClr val="bg1"/>
                </a:solidFill>
              </a:defRPr>
            </a:lvl1pPr>
            <a:lvl2pPr marL="457200" indent="0">
              <a:buClr>
                <a:schemeClr val="bg1"/>
              </a:buClr>
              <a:buNone/>
              <a:defRPr sz="1400">
                <a:solidFill>
                  <a:schemeClr val="bg1"/>
                </a:solidFill>
              </a:defRPr>
            </a:lvl2pPr>
            <a:lvl3pPr marL="914400" indent="0">
              <a:buClr>
                <a:schemeClr val="bg1"/>
              </a:buClr>
              <a:buNone/>
              <a:defRPr sz="1200">
                <a:solidFill>
                  <a:schemeClr val="bg1"/>
                </a:solidFill>
              </a:defRPr>
            </a:lvl3pPr>
            <a:lvl4pPr marL="1371600" indent="0">
              <a:buClr>
                <a:schemeClr val="bg1"/>
              </a:buClr>
              <a:buNone/>
              <a:defRPr sz="1100">
                <a:solidFill>
                  <a:schemeClr val="bg1"/>
                </a:solidFill>
              </a:defRPr>
            </a:lvl4pPr>
            <a:lvl5pPr marL="1828800" indent="0">
              <a:buClr>
                <a:schemeClr val="bg1"/>
              </a:buClr>
              <a:buNone/>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12" name="Graphic 11">
            <a:extLst>
              <a:ext uri="{FF2B5EF4-FFF2-40B4-BE49-F238E27FC236}">
                <a16:creationId xmlns:a16="http://schemas.microsoft.com/office/drawing/2014/main" id="{CDB63B51-0515-8778-7C7E-4253095F49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22527" y="6118859"/>
            <a:ext cx="983672" cy="573779"/>
          </a:xfrm>
          <a:prstGeom prst="rect">
            <a:avLst/>
          </a:prstGeom>
        </p:spPr>
      </p:pic>
      <p:grpSp>
        <p:nvGrpSpPr>
          <p:cNvPr id="13" name="Group 12">
            <a:extLst>
              <a:ext uri="{FF2B5EF4-FFF2-40B4-BE49-F238E27FC236}">
                <a16:creationId xmlns:a16="http://schemas.microsoft.com/office/drawing/2014/main" id="{E89D3DEC-DF7F-E946-A7C3-624DD18F79C5}"/>
              </a:ext>
            </a:extLst>
          </p:cNvPr>
          <p:cNvGrpSpPr/>
          <p:nvPr/>
        </p:nvGrpSpPr>
        <p:grpSpPr>
          <a:xfrm>
            <a:off x="11236328" y="0"/>
            <a:ext cx="280986" cy="1282539"/>
            <a:chOff x="11222692" y="155575"/>
            <a:chExt cx="280986" cy="1282539"/>
          </a:xfrm>
          <a:solidFill>
            <a:schemeClr val="accent1"/>
          </a:solidFill>
        </p:grpSpPr>
        <p:pic>
          <p:nvPicPr>
            <p:cNvPr id="14" name="Graphic 13">
              <a:extLst>
                <a:ext uri="{FF2B5EF4-FFF2-40B4-BE49-F238E27FC236}">
                  <a16:creationId xmlns:a16="http://schemas.microsoft.com/office/drawing/2014/main" id="{C8A73D16-1891-0BDA-DDC6-8D843550A3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222692" y="1219569"/>
              <a:ext cx="280986" cy="218545"/>
            </a:xfrm>
            <a:prstGeom prst="rect">
              <a:avLst/>
            </a:prstGeom>
          </p:spPr>
        </p:pic>
        <p:sp>
          <p:nvSpPr>
            <p:cNvPr id="15" name="Rectangle 14">
              <a:extLst>
                <a:ext uri="{FF2B5EF4-FFF2-40B4-BE49-F238E27FC236}">
                  <a16:creationId xmlns:a16="http://schemas.microsoft.com/office/drawing/2014/main" id="{370C86B1-0F84-DDDF-B729-D9D357122A16}"/>
                </a:ext>
              </a:extLst>
            </p:cNvPr>
            <p:cNvSpPr/>
            <p:nvPr userDrawn="1"/>
          </p:nvSpPr>
          <p:spPr>
            <a:xfrm>
              <a:off x="11336200" y="155575"/>
              <a:ext cx="53970" cy="9683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5" name="Footer Placeholder 4">
            <a:extLst>
              <a:ext uri="{FF2B5EF4-FFF2-40B4-BE49-F238E27FC236}">
                <a16:creationId xmlns:a16="http://schemas.microsoft.com/office/drawing/2014/main" id="{BA3D0774-14BC-68C9-E806-2EA8BFEE5340}"/>
              </a:ext>
            </a:extLst>
          </p:cNvPr>
          <p:cNvSpPr>
            <a:spLocks noGrp="1"/>
          </p:cNvSpPr>
          <p:nvPr>
            <p:ph type="ftr" sz="quarter" idx="30"/>
          </p:nvPr>
        </p:nvSpPr>
        <p:spPr/>
        <p:txBody>
          <a:bodyPr/>
          <a:lstStyle/>
          <a:p>
            <a:endParaRPr lang="en-GB"/>
          </a:p>
        </p:txBody>
      </p:sp>
      <p:sp>
        <p:nvSpPr>
          <p:cNvPr id="7" name="Slide Number Placeholder 6">
            <a:extLst>
              <a:ext uri="{FF2B5EF4-FFF2-40B4-BE49-F238E27FC236}">
                <a16:creationId xmlns:a16="http://schemas.microsoft.com/office/drawing/2014/main" id="{B7409026-4870-57B8-9BDC-5E7F7402CEDA}"/>
              </a:ext>
            </a:extLst>
          </p:cNvPr>
          <p:cNvSpPr>
            <a:spLocks noGrp="1"/>
          </p:cNvSpPr>
          <p:nvPr>
            <p:ph type="sldNum" sz="quarter" idx="31"/>
          </p:nvPr>
        </p:nvSpPr>
        <p:spPr/>
        <p:txBody>
          <a:bodyPr/>
          <a:lstStyle/>
          <a:p>
            <a:fld id="{3A74F2AC-1E9A-41D4-8B35-A069FB343260}" type="slidenum">
              <a:rPr lang="en-GB" smtClean="0"/>
              <a:pPr/>
              <a:t>‹#›</a:t>
            </a:fld>
            <a:endParaRPr lang="en-GB"/>
          </a:p>
        </p:txBody>
      </p:sp>
      <p:sp>
        <p:nvSpPr>
          <p:cNvPr id="3" name="Title 2">
            <a:extLst>
              <a:ext uri="{FF2B5EF4-FFF2-40B4-BE49-F238E27FC236}">
                <a16:creationId xmlns:a16="http://schemas.microsoft.com/office/drawing/2014/main" id="{24E86A8A-A567-6488-C943-E12C7048AAF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845763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ull Bleed 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3C82750-4FB5-D671-01FE-4C4A66B2A054}"/>
              </a:ext>
            </a:extLst>
          </p:cNvPr>
          <p:cNvSpPr>
            <a:spLocks noGrp="1"/>
          </p:cNvSpPr>
          <p:nvPr>
            <p:ph type="pic" sz="quarter" idx="12"/>
          </p:nvPr>
        </p:nvSpPr>
        <p:spPr>
          <a:xfrm>
            <a:off x="0" y="0"/>
            <a:ext cx="12192000" cy="6858000"/>
          </a:xfrm>
          <a:solidFill>
            <a:schemeClr val="tx1">
              <a:lumMod val="20000"/>
              <a:lumOff val="80000"/>
            </a:schemeClr>
          </a:solidFill>
          <a:ln>
            <a:noFill/>
          </a:ln>
        </p:spPr>
        <p:txBody>
          <a:bodyPr bIns="828000" anchor="ctr"/>
          <a:lstStyle>
            <a:lvl1pPr marL="0" indent="0" algn="ctr">
              <a:buNone/>
              <a:defRPr>
                <a:solidFill>
                  <a:schemeClr val="tx1"/>
                </a:solidFill>
              </a:defRPr>
            </a:lvl1pPr>
          </a:lstStyle>
          <a:p>
            <a:r>
              <a:rPr lang="en-US"/>
              <a:t>Click icon to add picture</a:t>
            </a:r>
            <a:endParaRPr lang="en-GB"/>
          </a:p>
        </p:txBody>
      </p:sp>
      <p:sp>
        <p:nvSpPr>
          <p:cNvPr id="2" name="Text Placeholder 9">
            <a:extLst>
              <a:ext uri="{FF2B5EF4-FFF2-40B4-BE49-F238E27FC236}">
                <a16:creationId xmlns:a16="http://schemas.microsoft.com/office/drawing/2014/main" id="{C9250CB3-6471-584F-BA18-E58892986937}"/>
              </a:ext>
            </a:extLst>
          </p:cNvPr>
          <p:cNvSpPr>
            <a:spLocks noGrp="1"/>
          </p:cNvSpPr>
          <p:nvPr>
            <p:ph type="body" sz="quarter" idx="14" hasCustomPrompt="1"/>
          </p:nvPr>
        </p:nvSpPr>
        <p:spPr>
          <a:xfrm>
            <a:off x="0" y="5435600"/>
            <a:ext cx="12192000" cy="1422399"/>
          </a:xfrm>
          <a:gradFill flip="none" rotWithShape="1">
            <a:gsLst>
              <a:gs pos="100000">
                <a:srgbClr val="000000">
                  <a:alpha val="0"/>
                </a:srgbClr>
              </a:gs>
              <a:gs pos="0">
                <a:srgbClr val="000000">
                  <a:alpha val="40000"/>
                </a:srgbClr>
              </a:gs>
            </a:gsLst>
            <a:lin ang="16200000" scaled="1"/>
            <a:tileRect/>
          </a:gra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b"/>
          <a:lstStyle>
            <a:lvl1pPr marL="0" indent="0" algn="ctr">
              <a:buNone/>
              <a:defRPr lang="en-US" sz="800" dirty="0" smtClean="0">
                <a:solidFill>
                  <a:schemeClr val="lt1"/>
                </a:solid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GB" dirty="0">
                <a:solidFill>
                  <a:schemeClr val="lt1"/>
                </a:solidFill>
              </a:defRPr>
            </a:lvl5pPr>
          </a:lstStyle>
          <a:p>
            <a:pPr marL="0" marR="0" lvl="0" indent="0" algn="ctr" defTabSz="457200" rtl="0" eaLnBrk="1" fontAlgn="auto" latinLnBrk="0" hangingPunct="1">
              <a:lnSpc>
                <a:spcPct val="100000"/>
              </a:lnSpc>
              <a:spcBef>
                <a:spcPts val="0"/>
              </a:spcBef>
              <a:spcAft>
                <a:spcPts val="1200"/>
              </a:spcAft>
              <a:buClr>
                <a:schemeClr val="accent1"/>
              </a:buClr>
              <a:buSzTx/>
              <a:buFont typeface="Arial" panose="020B0604020202020204" pitchFamily="34" charset="0"/>
              <a:buNone/>
              <a:tabLst/>
              <a:defRPr/>
            </a:pPr>
            <a:r>
              <a:rPr lang="en-GB"/>
              <a:t>Do not enter text into this placeholder. This will not show up when presenting.</a:t>
            </a:r>
          </a:p>
        </p:txBody>
      </p:sp>
      <p:sp>
        <p:nvSpPr>
          <p:cNvPr id="5" name="Picture Placeholder 4">
            <a:extLst>
              <a:ext uri="{FF2B5EF4-FFF2-40B4-BE49-F238E27FC236}">
                <a16:creationId xmlns:a16="http://schemas.microsoft.com/office/drawing/2014/main" id="{AD35E60E-B880-03B0-3065-69A3B0957F0C}"/>
              </a:ext>
            </a:extLst>
          </p:cNvPr>
          <p:cNvSpPr>
            <a:spLocks noGrp="1"/>
          </p:cNvSpPr>
          <p:nvPr>
            <p:ph type="pic" sz="quarter" idx="13" hasCustomPrompt="1"/>
          </p:nvPr>
        </p:nvSpPr>
        <p:spPr>
          <a:xfrm>
            <a:off x="10522527" y="6118859"/>
            <a:ext cx="983672" cy="573779"/>
          </a:xfrm>
          <a:blipFill>
            <a:blip r:embed="rId2"/>
            <a:stretch>
              <a:fillRect/>
            </a:stretch>
          </a:blipFill>
        </p:spPr>
        <p:txBody>
          <a:bodyPr>
            <a:normAutofit/>
          </a:bodyPr>
          <a:lstStyle>
            <a:lvl1pPr marL="0" indent="0">
              <a:buNone/>
              <a:defRPr sz="800"/>
            </a:lvl1pPr>
          </a:lstStyle>
          <a:p>
            <a:r>
              <a:rPr lang="en-GB"/>
              <a:t>This text will not show in show mode</a:t>
            </a:r>
          </a:p>
        </p:txBody>
      </p:sp>
      <p:sp>
        <p:nvSpPr>
          <p:cNvPr id="7" name="Footer Placeholder 6">
            <a:extLst>
              <a:ext uri="{FF2B5EF4-FFF2-40B4-BE49-F238E27FC236}">
                <a16:creationId xmlns:a16="http://schemas.microsoft.com/office/drawing/2014/main" id="{43EE34E6-70BA-CCDB-5952-970F852CF17C}"/>
              </a:ext>
            </a:extLst>
          </p:cNvPr>
          <p:cNvSpPr>
            <a:spLocks noGrp="1"/>
          </p:cNvSpPr>
          <p:nvPr>
            <p:ph type="ftr" sz="quarter" idx="15"/>
          </p:nvPr>
        </p:nvSpPr>
        <p:spPr/>
        <p:txBody>
          <a:bodyPr/>
          <a:lstStyle>
            <a:lvl1pPr>
              <a:defRPr>
                <a:solidFill>
                  <a:schemeClr val="bg1"/>
                </a:solidFill>
              </a:defRPr>
            </a:lvl1pPr>
          </a:lstStyle>
          <a:p>
            <a:endParaRPr lang="en-GB"/>
          </a:p>
        </p:txBody>
      </p:sp>
      <p:sp>
        <p:nvSpPr>
          <p:cNvPr id="8" name="Slide Number Placeholder 7">
            <a:extLst>
              <a:ext uri="{FF2B5EF4-FFF2-40B4-BE49-F238E27FC236}">
                <a16:creationId xmlns:a16="http://schemas.microsoft.com/office/drawing/2014/main" id="{7A418639-719A-AC15-1BF6-B3B4D2832CC8}"/>
              </a:ext>
            </a:extLst>
          </p:cNvPr>
          <p:cNvSpPr>
            <a:spLocks noGrp="1"/>
          </p:cNvSpPr>
          <p:nvPr>
            <p:ph type="sldNum" sz="quarter" idx="16"/>
          </p:nvPr>
        </p:nvSpPr>
        <p:spPr/>
        <p:txBody>
          <a:bodyPr/>
          <a:lstStyle>
            <a:lvl1pPr>
              <a:defRPr>
                <a:solidFill>
                  <a:schemeClr val="bg1"/>
                </a:solidFill>
              </a:defRPr>
            </a:lvl1pPr>
          </a:lstStyle>
          <a:p>
            <a:fld id="{3A74F2AC-1E9A-41D4-8B35-A069FB343260}" type="slidenum">
              <a:rPr lang="en-GB" smtClean="0"/>
              <a:pPr/>
              <a:t>‹#›</a:t>
            </a:fld>
            <a:endParaRPr lang="en-GB"/>
          </a:p>
        </p:txBody>
      </p:sp>
      <p:grpSp>
        <p:nvGrpSpPr>
          <p:cNvPr id="3" name="Group 2">
            <a:extLst>
              <a:ext uri="{FF2B5EF4-FFF2-40B4-BE49-F238E27FC236}">
                <a16:creationId xmlns:a16="http://schemas.microsoft.com/office/drawing/2014/main" id="{1B246276-147A-F172-F8B0-7DC9FD95BA90}"/>
              </a:ext>
            </a:extLst>
          </p:cNvPr>
          <p:cNvGrpSpPr/>
          <p:nvPr/>
        </p:nvGrpSpPr>
        <p:grpSpPr>
          <a:xfrm>
            <a:off x="-1518920" y="0"/>
            <a:ext cx="1248590" cy="3843947"/>
            <a:chOff x="-2206171" y="0"/>
            <a:chExt cx="1973942" cy="3614166"/>
          </a:xfrm>
        </p:grpSpPr>
        <p:sp>
          <p:nvSpPr>
            <p:cNvPr id="4" name="Rectangle 3">
              <a:extLst>
                <a:ext uri="{FF2B5EF4-FFF2-40B4-BE49-F238E27FC236}">
                  <a16:creationId xmlns:a16="http://schemas.microsoft.com/office/drawing/2014/main" id="{82A097E1-CF50-02BD-AC77-9D7BAC75AAB8}"/>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800" b="1"/>
                <a:t>TEMPLATE TIPS</a:t>
              </a:r>
            </a:p>
          </p:txBody>
        </p:sp>
        <p:sp>
          <p:nvSpPr>
            <p:cNvPr id="9" name="Rectangle 8">
              <a:extLst>
                <a:ext uri="{FF2B5EF4-FFF2-40B4-BE49-F238E27FC236}">
                  <a16:creationId xmlns:a16="http://schemas.microsoft.com/office/drawing/2014/main" id="{89CB0B3F-547A-014E-774E-3AA2865516BE}"/>
                </a:ext>
              </a:extLst>
            </p:cNvPr>
            <p:cNvSpPr/>
            <p:nvPr/>
          </p:nvSpPr>
          <p:spPr>
            <a:xfrm>
              <a:off x="-2206171" y="275773"/>
              <a:ext cx="1973942" cy="3338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GB" sz="900">
                  <a:solidFill>
                    <a:schemeClr val="tx1"/>
                  </a:solidFill>
                </a:rPr>
                <a:t>This slide uses a gradient placeholder at the bottom. Be careful when pasting text into this slide, or applying this layout to an existing layout, as text may automatically snap into the placeholder. If this happens, simply delete the text and reset the slide layout.</a:t>
              </a:r>
            </a:p>
            <a:p>
              <a:endParaRPr lang="en-GB" sz="900">
                <a:solidFill>
                  <a:schemeClr val="tx1"/>
                </a:solidFill>
              </a:endParaRPr>
            </a:p>
            <a:p>
              <a:r>
                <a:rPr lang="en-GB" sz="900">
                  <a:solidFill>
                    <a:schemeClr val="tx1"/>
                  </a:solidFill>
                </a:rPr>
                <a:t>To change pictures, right click the picture and select ‘change picture. </a:t>
              </a:r>
            </a:p>
            <a:p>
              <a:endParaRPr lang="en-GB" sz="900">
                <a:solidFill>
                  <a:schemeClr val="tx1"/>
                </a:solidFill>
              </a:endParaRPr>
            </a:p>
            <a:p>
              <a:r>
                <a:rPr lang="en-GB" sz="900">
                  <a:solidFill>
                    <a:schemeClr val="tx1"/>
                  </a:solidFill>
                </a:rPr>
                <a:t>Clicking reset under the home tab will reset the picture into the correct position.</a:t>
              </a:r>
            </a:p>
            <a:p>
              <a:endParaRPr lang="en-GB" sz="900">
                <a:solidFill>
                  <a:schemeClr val="tx1"/>
                </a:solidFill>
              </a:endParaRPr>
            </a:p>
          </p:txBody>
        </p:sp>
      </p:grpSp>
    </p:spTree>
    <p:extLst>
      <p:ext uri="{BB962C8B-B14F-4D97-AF65-F5344CB8AC3E}">
        <p14:creationId xmlns:p14="http://schemas.microsoft.com/office/powerpoint/2010/main" val="26827970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 Picture with MIT Text">
    <p:bg>
      <p:bgPr>
        <a:solidFill>
          <a:schemeClr val="accent2"/>
        </a:solidFill>
        <a:effectLst/>
      </p:bgPr>
    </p:bg>
    <p:spTree>
      <p:nvGrpSpPr>
        <p:cNvPr id="1" name=""/>
        <p:cNvGrpSpPr/>
        <p:nvPr/>
      </p:nvGrpSpPr>
      <p:grpSpPr>
        <a:xfrm>
          <a:off x="0" y="0"/>
          <a:ext cx="0" cy="0"/>
          <a:chOff x="0" y="0"/>
          <a:chExt cx="0" cy="0"/>
        </a:xfrm>
      </p:grpSpPr>
      <p:sp>
        <p:nvSpPr>
          <p:cNvPr id="10" name="Picture Placeholder 5">
            <a:extLst>
              <a:ext uri="{FF2B5EF4-FFF2-40B4-BE49-F238E27FC236}">
                <a16:creationId xmlns:a16="http://schemas.microsoft.com/office/drawing/2014/main" id="{2AAB4232-09C3-4243-D7DF-CB4706E3D50E}"/>
              </a:ext>
            </a:extLst>
          </p:cNvPr>
          <p:cNvSpPr>
            <a:spLocks noGrp="1"/>
          </p:cNvSpPr>
          <p:nvPr>
            <p:ph type="pic" sz="quarter" idx="14"/>
          </p:nvPr>
        </p:nvSpPr>
        <p:spPr>
          <a:xfrm>
            <a:off x="6210300" y="127000"/>
            <a:ext cx="5816600" cy="3206750"/>
          </a:xfrm>
          <a:solidFill>
            <a:schemeClr val="tx1">
              <a:lumMod val="20000"/>
              <a:lumOff val="80000"/>
            </a:schemeClr>
          </a:solidFill>
          <a:ln>
            <a:noFill/>
          </a:ln>
        </p:spPr>
        <p:txBody>
          <a:bodyPr bIns="828000" anchor="ctr"/>
          <a:lstStyle>
            <a:lvl1pPr marL="0" indent="0" algn="ctr">
              <a:buNone/>
              <a:defRPr>
                <a:solidFill>
                  <a:schemeClr val="tx1"/>
                </a:solidFill>
              </a:defRPr>
            </a:lvl1pPr>
          </a:lstStyle>
          <a:p>
            <a:r>
              <a:rPr lang="en-US"/>
              <a:t>Click icon to add picture</a:t>
            </a:r>
            <a:endParaRPr lang="en-GB"/>
          </a:p>
        </p:txBody>
      </p:sp>
      <p:sp>
        <p:nvSpPr>
          <p:cNvPr id="11" name="Picture Placeholder 5">
            <a:extLst>
              <a:ext uri="{FF2B5EF4-FFF2-40B4-BE49-F238E27FC236}">
                <a16:creationId xmlns:a16="http://schemas.microsoft.com/office/drawing/2014/main" id="{6A754B9F-770D-86B4-682C-198879995BED}"/>
              </a:ext>
            </a:extLst>
          </p:cNvPr>
          <p:cNvSpPr>
            <a:spLocks noGrp="1"/>
          </p:cNvSpPr>
          <p:nvPr>
            <p:ph type="pic" sz="quarter" idx="15"/>
          </p:nvPr>
        </p:nvSpPr>
        <p:spPr>
          <a:xfrm>
            <a:off x="6210300" y="3493294"/>
            <a:ext cx="5816600" cy="3206750"/>
          </a:xfrm>
          <a:solidFill>
            <a:schemeClr val="tx1">
              <a:lumMod val="20000"/>
              <a:lumOff val="80000"/>
            </a:schemeClr>
          </a:solidFill>
          <a:ln>
            <a:noFill/>
          </a:ln>
        </p:spPr>
        <p:txBody>
          <a:bodyPr bIns="828000" anchor="ctr"/>
          <a:lstStyle>
            <a:lvl1pPr marL="0" indent="0" algn="ctr">
              <a:buNone/>
              <a:defRPr>
                <a:solidFill>
                  <a:schemeClr val="tx1"/>
                </a:solidFill>
              </a:defRPr>
            </a:lvl1pPr>
          </a:lstStyle>
          <a:p>
            <a:r>
              <a:rPr lang="en-US"/>
              <a:t>Click icon to add picture</a:t>
            </a:r>
            <a:endParaRPr lang="en-GB"/>
          </a:p>
        </p:txBody>
      </p:sp>
      <p:sp>
        <p:nvSpPr>
          <p:cNvPr id="6" name="Picture Placeholder 5">
            <a:extLst>
              <a:ext uri="{FF2B5EF4-FFF2-40B4-BE49-F238E27FC236}">
                <a16:creationId xmlns:a16="http://schemas.microsoft.com/office/drawing/2014/main" id="{03C82750-4FB5-D671-01FE-4C4A66B2A054}"/>
              </a:ext>
            </a:extLst>
          </p:cNvPr>
          <p:cNvSpPr>
            <a:spLocks noGrp="1"/>
          </p:cNvSpPr>
          <p:nvPr>
            <p:ph type="pic" sz="quarter" idx="12"/>
          </p:nvPr>
        </p:nvSpPr>
        <p:spPr>
          <a:xfrm>
            <a:off x="177800" y="127000"/>
            <a:ext cx="5816600" cy="3206750"/>
          </a:xfrm>
          <a:solidFill>
            <a:schemeClr val="tx1">
              <a:lumMod val="20000"/>
              <a:lumOff val="80000"/>
            </a:schemeClr>
          </a:solidFill>
          <a:ln>
            <a:noFill/>
          </a:ln>
        </p:spPr>
        <p:txBody>
          <a:bodyPr bIns="828000" anchor="ctr"/>
          <a:lstStyle>
            <a:lvl1pPr marL="0" indent="0" algn="ctr">
              <a:buNone/>
              <a:defRPr>
                <a:solidFill>
                  <a:schemeClr val="tx1"/>
                </a:solidFill>
              </a:defRPr>
            </a:lvl1pPr>
          </a:lstStyle>
          <a:p>
            <a:r>
              <a:rPr lang="en-US"/>
              <a:t>Click icon to add picture</a:t>
            </a:r>
            <a:endParaRPr lang="en-GB"/>
          </a:p>
        </p:txBody>
      </p:sp>
      <p:sp>
        <p:nvSpPr>
          <p:cNvPr id="3" name="Footer Placeholder 2">
            <a:extLst>
              <a:ext uri="{FF2B5EF4-FFF2-40B4-BE49-F238E27FC236}">
                <a16:creationId xmlns:a16="http://schemas.microsoft.com/office/drawing/2014/main" id="{9551C1B7-211F-5818-D742-DDC038F9D6BA}"/>
              </a:ext>
            </a:extLst>
          </p:cNvPr>
          <p:cNvSpPr>
            <a:spLocks noGrp="1"/>
          </p:cNvSpPr>
          <p:nvPr>
            <p:ph type="ftr" sz="quarter" idx="10"/>
          </p:nvPr>
        </p:nvSpPr>
        <p:spPr>
          <a:xfrm>
            <a:off x="1066800" y="6234794"/>
            <a:ext cx="3303588"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548D5EA8-1955-D63B-9E8D-A38748E13949}"/>
              </a:ext>
            </a:extLst>
          </p:cNvPr>
          <p:cNvSpPr>
            <a:spLocks noGrp="1"/>
          </p:cNvSpPr>
          <p:nvPr>
            <p:ph type="sldNum" sz="quarter" idx="11"/>
          </p:nvPr>
        </p:nvSpPr>
        <p:spPr>
          <a:xfrm>
            <a:off x="684212" y="6234795"/>
            <a:ext cx="382588" cy="365125"/>
          </a:xfrm>
          <a:prstGeom prst="rect">
            <a:avLst/>
          </a:prstGeom>
        </p:spPr>
        <p:txBody>
          <a:bodyPr/>
          <a:lstStyle/>
          <a:p>
            <a:fld id="{3A74F2AC-1E9A-41D4-8B35-A069FB343260}" type="slidenum">
              <a:rPr lang="en-GB" smtClean="0"/>
              <a:pPr/>
              <a:t>‹#›</a:t>
            </a:fld>
            <a:endParaRPr lang="en-GB"/>
          </a:p>
        </p:txBody>
      </p:sp>
      <p:sp>
        <p:nvSpPr>
          <p:cNvPr id="9" name="Picture Placeholder 5">
            <a:extLst>
              <a:ext uri="{FF2B5EF4-FFF2-40B4-BE49-F238E27FC236}">
                <a16:creationId xmlns:a16="http://schemas.microsoft.com/office/drawing/2014/main" id="{FEB033A5-8394-F4A4-5649-6DEF3575AB1F}"/>
              </a:ext>
            </a:extLst>
          </p:cNvPr>
          <p:cNvSpPr>
            <a:spLocks noGrp="1"/>
          </p:cNvSpPr>
          <p:nvPr>
            <p:ph type="pic" sz="quarter" idx="13"/>
          </p:nvPr>
        </p:nvSpPr>
        <p:spPr>
          <a:xfrm>
            <a:off x="177800" y="3493294"/>
            <a:ext cx="5816600" cy="3206750"/>
          </a:xfrm>
          <a:solidFill>
            <a:schemeClr val="tx1">
              <a:lumMod val="20000"/>
              <a:lumOff val="80000"/>
            </a:schemeClr>
          </a:solidFill>
          <a:ln>
            <a:noFill/>
          </a:ln>
        </p:spPr>
        <p:txBody>
          <a:bodyPr bIns="828000" anchor="ctr"/>
          <a:lstStyle>
            <a:lvl1pPr marL="0" indent="0" algn="ctr">
              <a:buNone/>
              <a:defRPr>
                <a:solidFill>
                  <a:schemeClr val="tx1"/>
                </a:solidFill>
              </a:defRPr>
            </a:lvl1pPr>
          </a:lstStyle>
          <a:p>
            <a:r>
              <a:rPr lang="en-US"/>
              <a:t>Click icon to add picture</a:t>
            </a:r>
            <a:endParaRPr lang="en-GB"/>
          </a:p>
        </p:txBody>
      </p:sp>
      <p:sp>
        <p:nvSpPr>
          <p:cNvPr id="41" name="Text Placeholder 40">
            <a:extLst>
              <a:ext uri="{FF2B5EF4-FFF2-40B4-BE49-F238E27FC236}">
                <a16:creationId xmlns:a16="http://schemas.microsoft.com/office/drawing/2014/main" id="{C619E713-500F-EAFC-9855-564078CBFA2F}"/>
              </a:ext>
            </a:extLst>
          </p:cNvPr>
          <p:cNvSpPr>
            <a:spLocks noGrp="1"/>
          </p:cNvSpPr>
          <p:nvPr>
            <p:ph type="body" sz="quarter" idx="16" hasCustomPrompt="1"/>
          </p:nvPr>
        </p:nvSpPr>
        <p:spPr>
          <a:xfrm>
            <a:off x="9470230" y="-11669"/>
            <a:ext cx="2733675" cy="6885543"/>
          </a:xfrm>
          <a:blipFill>
            <a:blip r:embed="rId2" cstate="screen">
              <a:extLst>
                <a:ext uri="{28A0092B-C50C-407E-A947-70E740481C1C}">
                  <a14:useLocalDpi xmlns:a14="http://schemas.microsoft.com/office/drawing/2010/main"/>
                </a:ext>
              </a:extLst>
            </a:blip>
            <a:stretch>
              <a:fillRect/>
            </a:stretch>
          </a:blipFill>
        </p:spPr>
        <p:txBody>
          <a:bodyPr rIns="1224000"/>
          <a:lstStyle>
            <a:lvl1pPr marL="0" indent="0">
              <a:buFontTx/>
              <a:buNone/>
              <a:defRPr sz="900">
                <a:highlight>
                  <a:srgbClr val="E0B537"/>
                </a:highlight>
              </a:defRPr>
            </a:lvl1pPr>
          </a:lstStyle>
          <a:p>
            <a:pPr marL="0" marR="0" lvl="0" indent="0" algn="l" defTabSz="914400" rtl="0" eaLnBrk="1" fontAlgn="auto" latinLnBrk="0" hangingPunct="1">
              <a:lnSpc>
                <a:spcPct val="100000"/>
              </a:lnSpc>
              <a:spcBef>
                <a:spcPts val="0"/>
              </a:spcBef>
              <a:spcAft>
                <a:spcPts val="1200"/>
              </a:spcAft>
              <a:buClr>
                <a:schemeClr val="accent1"/>
              </a:buClr>
              <a:buSzTx/>
              <a:buFontTx/>
              <a:buNone/>
              <a:tabLst/>
              <a:defRPr/>
            </a:pPr>
            <a:r>
              <a:rPr lang="en-GB"/>
              <a:t>Do not enter text into this placeholder. This will not show up when presenting </a:t>
            </a:r>
          </a:p>
          <a:p>
            <a:pPr lvl="0"/>
            <a:endParaRPr lang="en-GB"/>
          </a:p>
        </p:txBody>
      </p:sp>
      <p:grpSp>
        <p:nvGrpSpPr>
          <p:cNvPr id="2" name="Group 1">
            <a:extLst>
              <a:ext uri="{FF2B5EF4-FFF2-40B4-BE49-F238E27FC236}">
                <a16:creationId xmlns:a16="http://schemas.microsoft.com/office/drawing/2014/main" id="{28D9F1CD-1443-C93B-B5FC-BBD26FF0176A}"/>
              </a:ext>
            </a:extLst>
          </p:cNvPr>
          <p:cNvGrpSpPr/>
          <p:nvPr/>
        </p:nvGrpSpPr>
        <p:grpSpPr>
          <a:xfrm>
            <a:off x="-1518920" y="0"/>
            <a:ext cx="1248590" cy="3843947"/>
            <a:chOff x="-2206171" y="0"/>
            <a:chExt cx="1973942" cy="3614166"/>
          </a:xfrm>
        </p:grpSpPr>
        <p:sp>
          <p:nvSpPr>
            <p:cNvPr id="5" name="Rectangle 4">
              <a:extLst>
                <a:ext uri="{FF2B5EF4-FFF2-40B4-BE49-F238E27FC236}">
                  <a16:creationId xmlns:a16="http://schemas.microsoft.com/office/drawing/2014/main" id="{17E886BA-A624-7E98-E66E-C103EEF1E379}"/>
                </a:ext>
              </a:extLst>
            </p:cNvPr>
            <p:cNvSpPr/>
            <p:nvPr/>
          </p:nvSpPr>
          <p:spPr>
            <a:xfrm>
              <a:off x="-2206171" y="0"/>
              <a:ext cx="1973942"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800" b="1"/>
                <a:t>TEMPLATE TIPS</a:t>
              </a:r>
            </a:p>
          </p:txBody>
        </p:sp>
        <p:sp>
          <p:nvSpPr>
            <p:cNvPr id="7" name="Rectangle 6">
              <a:extLst>
                <a:ext uri="{FF2B5EF4-FFF2-40B4-BE49-F238E27FC236}">
                  <a16:creationId xmlns:a16="http://schemas.microsoft.com/office/drawing/2014/main" id="{704B6DFD-338E-43BE-6F28-91B01B8319FD}"/>
                </a:ext>
              </a:extLst>
            </p:cNvPr>
            <p:cNvSpPr/>
            <p:nvPr/>
          </p:nvSpPr>
          <p:spPr>
            <a:xfrm>
              <a:off x="-2206171" y="275773"/>
              <a:ext cx="1973942" cy="33383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108000" rtlCol="0" anchor="t"/>
            <a:lstStyle/>
            <a:p>
              <a:r>
                <a:rPr lang="en-GB" sz="900">
                  <a:solidFill>
                    <a:schemeClr val="tx1"/>
                  </a:solidFill>
                </a:rPr>
                <a:t>This slide uses a gradient placeholder on the right. Be careful when pasting text into this slide, or applying this layout to an existing layout, as text may automatically snap into the placeholder. If this happens, simply delete the text and reset the slide layout.</a:t>
              </a:r>
            </a:p>
            <a:p>
              <a:endParaRPr lang="en-GB" sz="900">
                <a:solidFill>
                  <a:schemeClr val="tx1"/>
                </a:solidFill>
              </a:endParaRPr>
            </a:p>
            <a:p>
              <a:r>
                <a:rPr lang="en-GB" sz="900">
                  <a:solidFill>
                    <a:schemeClr val="tx1"/>
                  </a:solidFill>
                </a:rPr>
                <a:t>To change pictures, right click the picture and select ‘change picture. </a:t>
              </a:r>
            </a:p>
            <a:p>
              <a:endParaRPr lang="en-GB" sz="900">
                <a:solidFill>
                  <a:schemeClr val="tx1"/>
                </a:solidFill>
              </a:endParaRPr>
            </a:p>
            <a:p>
              <a:r>
                <a:rPr lang="en-GB" sz="900">
                  <a:solidFill>
                    <a:schemeClr val="tx1"/>
                  </a:solidFill>
                </a:rPr>
                <a:t>Clicking reset under the home tab will reset the picture into the correct position.</a:t>
              </a:r>
            </a:p>
            <a:p>
              <a:endParaRPr lang="en-GB" sz="900">
                <a:solidFill>
                  <a:schemeClr val="tx1"/>
                </a:solidFill>
              </a:endParaRPr>
            </a:p>
          </p:txBody>
        </p:sp>
      </p:grpSp>
    </p:spTree>
    <p:extLst>
      <p:ext uri="{BB962C8B-B14F-4D97-AF65-F5344CB8AC3E}">
        <p14:creationId xmlns:p14="http://schemas.microsoft.com/office/powerpoint/2010/main" val="40705337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o Not Us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099FF1D-F1A7-336D-5E8F-7D4A04A33ACE}"/>
              </a:ext>
            </a:extLst>
          </p:cNvPr>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ooter Placeholder 2">
            <a:extLst>
              <a:ext uri="{FF2B5EF4-FFF2-40B4-BE49-F238E27FC236}">
                <a16:creationId xmlns:a16="http://schemas.microsoft.com/office/drawing/2014/main" id="{0F94FF68-1FEB-B7F7-65F4-DE2AC8545AA5}"/>
              </a:ext>
            </a:extLst>
          </p:cNvPr>
          <p:cNvSpPr>
            <a:spLocks noGrp="1"/>
          </p:cNvSpPr>
          <p:nvPr>
            <p:ph type="ftr" sz="quarter" idx="10"/>
          </p:nvPr>
        </p:nvSpPr>
        <p:spPr/>
        <p:txBody>
          <a:bodyPr/>
          <a:lstStyle/>
          <a:p>
            <a:endParaRPr lang="en-GB"/>
          </a:p>
        </p:txBody>
      </p:sp>
      <p:sp>
        <p:nvSpPr>
          <p:cNvPr id="4" name="Slide Number Placeholder 3">
            <a:extLst>
              <a:ext uri="{FF2B5EF4-FFF2-40B4-BE49-F238E27FC236}">
                <a16:creationId xmlns:a16="http://schemas.microsoft.com/office/drawing/2014/main" id="{1DFB098B-3796-060B-68EB-6151F08E56B1}"/>
              </a:ext>
            </a:extLst>
          </p:cNvPr>
          <p:cNvSpPr>
            <a:spLocks noGrp="1"/>
          </p:cNvSpPr>
          <p:nvPr>
            <p:ph type="sldNum" sz="quarter" idx="11"/>
          </p:nvPr>
        </p:nvSpPr>
        <p:spPr/>
        <p:txBody>
          <a:bodyPr/>
          <a:lstStyle/>
          <a:p>
            <a:fld id="{3A74F2AC-1E9A-41D4-8B35-A069FB343260}" type="slidenum">
              <a:rPr lang="en-GB" smtClean="0"/>
              <a:pPr/>
              <a:t>‹#›</a:t>
            </a:fld>
            <a:endParaRPr lang="en-GB"/>
          </a:p>
        </p:txBody>
      </p:sp>
      <p:sp>
        <p:nvSpPr>
          <p:cNvPr id="7" name="TextBox 6">
            <a:extLst>
              <a:ext uri="{FF2B5EF4-FFF2-40B4-BE49-F238E27FC236}">
                <a16:creationId xmlns:a16="http://schemas.microsoft.com/office/drawing/2014/main" id="{8F7583B2-C380-F3A5-97EE-3C1D90FD0EFC}"/>
              </a:ext>
            </a:extLst>
          </p:cNvPr>
          <p:cNvSpPr txBox="1"/>
          <p:nvPr/>
        </p:nvSpPr>
        <p:spPr>
          <a:xfrm>
            <a:off x="855643" y="1859340"/>
            <a:ext cx="10480714" cy="3139321"/>
          </a:xfrm>
          <a:prstGeom prst="rect">
            <a:avLst/>
          </a:prstGeom>
          <a:noFill/>
        </p:spPr>
        <p:txBody>
          <a:bodyPr wrap="square">
            <a:spAutoFit/>
          </a:bodyPr>
          <a:lstStyle/>
          <a:p>
            <a:pPr algn="ctr"/>
            <a:r>
              <a:rPr lang="en-US" sz="6600" b="1">
                <a:solidFill>
                  <a:schemeClr val="bg1"/>
                </a:solidFill>
              </a:rPr>
              <a:t>DO NOT USE ANY LAYOUTS THAT APPEAR AFTER THIS LAYOUT</a:t>
            </a:r>
            <a:endParaRPr lang="en-GB" sz="6600" b="1">
              <a:solidFill>
                <a:schemeClr val="bg1"/>
              </a:solidFill>
            </a:endParaRPr>
          </a:p>
        </p:txBody>
      </p:sp>
    </p:spTree>
    <p:extLst>
      <p:ext uri="{BB962C8B-B14F-4D97-AF65-F5344CB8AC3E}">
        <p14:creationId xmlns:p14="http://schemas.microsoft.com/office/powerpoint/2010/main" val="1816334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DEC26B-3545-881C-E832-01F00F9A730F}"/>
              </a:ext>
            </a:extLst>
          </p:cNvPr>
          <p:cNvSpPr>
            <a:spLocks noGrp="1"/>
          </p:cNvSpPr>
          <p:nvPr>
            <p:ph type="title"/>
          </p:nvPr>
        </p:nvSpPr>
        <p:spPr>
          <a:xfrm>
            <a:off x="685800" y="303166"/>
            <a:ext cx="8977313" cy="1134949"/>
          </a:xfrm>
          <a:prstGeom prst="rect">
            <a:avLst/>
          </a:prstGeom>
        </p:spPr>
        <p:txBody>
          <a:bodyPr vert="horz" lIns="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DDC64AB-1B21-A1E4-20DB-7553965AA263}"/>
              </a:ext>
            </a:extLst>
          </p:cNvPr>
          <p:cNvSpPr>
            <a:spLocks noGrp="1"/>
          </p:cNvSpPr>
          <p:nvPr>
            <p:ph type="body" idx="1"/>
          </p:nvPr>
        </p:nvSpPr>
        <p:spPr>
          <a:xfrm>
            <a:off x="685800" y="1714500"/>
            <a:ext cx="10820399" cy="4228034"/>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4">
            <a:extLst>
              <a:ext uri="{FF2B5EF4-FFF2-40B4-BE49-F238E27FC236}">
                <a16:creationId xmlns:a16="http://schemas.microsoft.com/office/drawing/2014/main" id="{2A5C1168-C513-74C1-2D1C-90CA539B8B54}"/>
              </a:ext>
            </a:extLst>
          </p:cNvPr>
          <p:cNvSpPr>
            <a:spLocks noGrp="1"/>
          </p:cNvSpPr>
          <p:nvPr>
            <p:ph type="ftr" sz="quarter" idx="3"/>
          </p:nvPr>
        </p:nvSpPr>
        <p:spPr>
          <a:xfrm>
            <a:off x="933450" y="6312695"/>
            <a:ext cx="3303588" cy="209324"/>
          </a:xfrm>
          <a:prstGeom prst="callout1">
            <a:avLst>
              <a:gd name="adj1" fmla="val 489"/>
              <a:gd name="adj2" fmla="val 124"/>
              <a:gd name="adj3" fmla="val 98152"/>
              <a:gd name="adj4" fmla="val 14"/>
            </a:avLst>
          </a:prstGeom>
          <a:ln>
            <a:solidFill>
              <a:schemeClr val="bg2"/>
            </a:solidFill>
          </a:ln>
        </p:spPr>
        <p:txBody>
          <a:bodyPr vert="horz" lIns="91440" tIns="45720" rIns="91440" bIns="45720" rtlCol="0" anchor="ctr"/>
          <a:lstStyle>
            <a:lvl1pPr algn="l">
              <a:defRPr sz="1000">
                <a:solidFill>
                  <a:schemeClr val="tx2"/>
                </a:solidFill>
              </a:defRPr>
            </a:lvl1pPr>
          </a:lstStyle>
          <a:p>
            <a:endParaRPr lang="en-GB"/>
          </a:p>
        </p:txBody>
      </p:sp>
      <p:sp>
        <p:nvSpPr>
          <p:cNvPr id="7" name="Slide Number Placeholder 5">
            <a:extLst>
              <a:ext uri="{FF2B5EF4-FFF2-40B4-BE49-F238E27FC236}">
                <a16:creationId xmlns:a16="http://schemas.microsoft.com/office/drawing/2014/main" id="{388356C1-9537-12C9-A8C3-95B9A17B4F3E}"/>
              </a:ext>
            </a:extLst>
          </p:cNvPr>
          <p:cNvSpPr>
            <a:spLocks noGrp="1"/>
          </p:cNvSpPr>
          <p:nvPr>
            <p:ph type="sldNum" sz="quarter" idx="4"/>
          </p:nvPr>
        </p:nvSpPr>
        <p:spPr>
          <a:xfrm>
            <a:off x="684211" y="6234795"/>
            <a:ext cx="249239" cy="365125"/>
          </a:xfrm>
          <a:prstGeom prst="rect">
            <a:avLst/>
          </a:prstGeom>
        </p:spPr>
        <p:txBody>
          <a:bodyPr vert="horz" lIns="0" tIns="45720" rIns="0" bIns="45720" rtlCol="0" anchor="ctr"/>
          <a:lstStyle>
            <a:lvl1pPr algn="l">
              <a:defRPr sz="1050">
                <a:solidFill>
                  <a:schemeClr val="tx2"/>
                </a:solidFill>
              </a:defRPr>
            </a:lvl1pPr>
          </a:lstStyle>
          <a:p>
            <a:fld id="{3A74F2AC-1E9A-41D4-8B35-A069FB343260}" type="slidenum">
              <a:rPr lang="en-GB" smtClean="0"/>
              <a:pPr/>
              <a:t>‹#›</a:t>
            </a:fld>
            <a:endParaRPr lang="en-GB"/>
          </a:p>
        </p:txBody>
      </p:sp>
    </p:spTree>
    <p:extLst>
      <p:ext uri="{BB962C8B-B14F-4D97-AF65-F5344CB8AC3E}">
        <p14:creationId xmlns:p14="http://schemas.microsoft.com/office/powerpoint/2010/main" val="22639141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txStyles>
    <p:titleStyle>
      <a:lvl1pPr algn="l" defTabSz="914400" rtl="0" eaLnBrk="1" latinLnBrk="0" hangingPunct="1">
        <a:lnSpc>
          <a:spcPct val="100000"/>
        </a:lnSpc>
        <a:spcBef>
          <a:spcPct val="0"/>
        </a:spcBef>
        <a:buNone/>
        <a:defRPr sz="2800" b="1" kern="1200" cap="all"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680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756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432">
          <p15:clr>
            <a:srgbClr val="F26B43"/>
          </p15:clr>
        </p15:guide>
        <p15:guide id="4" pos="862">
          <p15:clr>
            <a:srgbClr val="F26B43"/>
          </p15:clr>
        </p15:guide>
        <p15:guide id="5" pos="1011">
          <p15:clr>
            <a:srgbClr val="F26B43"/>
          </p15:clr>
        </p15:guide>
        <p15:guide id="6" pos="1443">
          <p15:clr>
            <a:srgbClr val="F26B43"/>
          </p15:clr>
        </p15:guide>
        <p15:guide id="7" pos="1592">
          <p15:clr>
            <a:srgbClr val="F26B43"/>
          </p15:clr>
        </p15:guide>
        <p15:guide id="8" pos="2023">
          <p15:clr>
            <a:srgbClr val="F26B43"/>
          </p15:clr>
        </p15:guide>
        <p15:guide id="9" pos="2173">
          <p15:clr>
            <a:srgbClr val="F26B43"/>
          </p15:clr>
        </p15:guide>
        <p15:guide id="10" pos="2604">
          <p15:clr>
            <a:srgbClr val="F26B43"/>
          </p15:clr>
        </p15:guide>
        <p15:guide id="11" pos="2753">
          <p15:clr>
            <a:srgbClr val="F26B43"/>
          </p15:clr>
        </p15:guide>
        <p15:guide id="12" pos="3184">
          <p15:clr>
            <a:srgbClr val="F26B43"/>
          </p15:clr>
        </p15:guide>
        <p15:guide id="13" pos="3364">
          <p15:clr>
            <a:srgbClr val="F26B43"/>
          </p15:clr>
        </p15:guide>
        <p15:guide id="14" pos="3765">
          <p15:clr>
            <a:srgbClr val="F26B43"/>
          </p15:clr>
        </p15:guide>
        <p15:guide id="15" pos="3914">
          <p15:clr>
            <a:srgbClr val="F26B43"/>
          </p15:clr>
        </p15:guide>
        <p15:guide id="16" pos="4345">
          <p15:clr>
            <a:srgbClr val="F26B43"/>
          </p15:clr>
        </p15:guide>
        <p15:guide id="17" pos="4495">
          <p15:clr>
            <a:srgbClr val="F26B43"/>
          </p15:clr>
        </p15:guide>
        <p15:guide id="18" pos="4926">
          <p15:clr>
            <a:srgbClr val="F26B43"/>
          </p15:clr>
        </p15:guide>
        <p15:guide id="19" pos="5075">
          <p15:clr>
            <a:srgbClr val="F26B43"/>
          </p15:clr>
        </p15:guide>
        <p15:guide id="20" pos="5506">
          <p15:clr>
            <a:srgbClr val="F26B43"/>
          </p15:clr>
        </p15:guide>
        <p15:guide id="21" pos="5656">
          <p15:clr>
            <a:srgbClr val="F26B43"/>
          </p15:clr>
        </p15:guide>
        <p15:guide id="22" pos="6087">
          <p15:clr>
            <a:srgbClr val="F26B43"/>
          </p15:clr>
        </p15:guide>
        <p15:guide id="23" pos="6236">
          <p15:clr>
            <a:srgbClr val="F26B43"/>
          </p15:clr>
        </p15:guide>
        <p15:guide id="24" pos="6667">
          <p15:clr>
            <a:srgbClr val="F26B43"/>
          </p15:clr>
        </p15:guide>
        <p15:guide id="25" pos="6817">
          <p15:clr>
            <a:srgbClr val="F26B43"/>
          </p15:clr>
        </p15:guide>
        <p15:guide id="26" pos="7248">
          <p15:clr>
            <a:srgbClr val="F26B43"/>
          </p15:clr>
        </p15:guide>
        <p15:guide id="27" orient="horz">
          <p15:clr>
            <a:srgbClr val="F26B43"/>
          </p15:clr>
        </p15:guide>
        <p15:guide id="28" orient="horz" pos="4320">
          <p15:clr>
            <a:srgbClr val="F26B43"/>
          </p15:clr>
        </p15:guide>
        <p15:guide id="29" orient="horz" pos="1080">
          <p15:clr>
            <a:srgbClr val="F26B43"/>
          </p15:clr>
        </p15:guide>
        <p15:guide id="30" orient="horz" pos="1616">
          <p15:clr>
            <a:srgbClr val="F26B43"/>
          </p15:clr>
        </p15:guide>
        <p15:guide id="31" orient="horz" pos="1783">
          <p15:clr>
            <a:srgbClr val="F26B43"/>
          </p15:clr>
        </p15:guide>
        <p15:guide id="32" orient="horz" pos="2337">
          <p15:clr>
            <a:srgbClr val="F26B43"/>
          </p15:clr>
        </p15:guide>
        <p15:guide id="33" orient="horz" pos="2486">
          <p15:clr>
            <a:srgbClr val="F26B43"/>
          </p15:clr>
        </p15:guide>
        <p15:guide id="34" orient="horz" pos="3040">
          <p15:clr>
            <a:srgbClr val="F26B43"/>
          </p15:clr>
        </p15:guide>
        <p15:guide id="35" orient="horz" pos="3190">
          <p15:clr>
            <a:srgbClr val="F26B43"/>
          </p15:clr>
        </p15:guide>
        <p15:guide id="36" orient="horz" pos="374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3DE41-CB6F-2DFF-7C45-468A1021DB23}"/>
              </a:ext>
            </a:extLst>
          </p:cNvPr>
          <p:cNvSpPr>
            <a:spLocks noGrp="1"/>
          </p:cNvSpPr>
          <p:nvPr>
            <p:ph type="ctrTitle"/>
          </p:nvPr>
        </p:nvSpPr>
        <p:spPr/>
        <p:txBody>
          <a:bodyPr/>
          <a:lstStyle/>
          <a:p>
            <a:r>
              <a:rPr lang="en-US" dirty="0" err="1"/>
              <a:t>Baselayer</a:t>
            </a:r>
            <a:r>
              <a:rPr lang="en-US" dirty="0"/>
              <a:t> </a:t>
            </a:r>
            <a:r>
              <a:rPr lang="en-US" dirty="0" err="1"/>
              <a:t>clearterms</a:t>
            </a:r>
            <a:endParaRPr lang="en-US" dirty="0"/>
          </a:p>
        </p:txBody>
      </p:sp>
      <p:sp>
        <p:nvSpPr>
          <p:cNvPr id="3" name="Subtitle 2">
            <a:extLst>
              <a:ext uri="{FF2B5EF4-FFF2-40B4-BE49-F238E27FC236}">
                <a16:creationId xmlns:a16="http://schemas.microsoft.com/office/drawing/2014/main" id="{834273DC-952E-C9DE-93E9-BA926230140F}"/>
              </a:ext>
            </a:extLst>
          </p:cNvPr>
          <p:cNvSpPr>
            <a:spLocks noGrp="1"/>
          </p:cNvSpPr>
          <p:nvPr>
            <p:ph type="subTitle" idx="1"/>
          </p:nvPr>
        </p:nvSpPr>
        <p:spPr/>
        <p:txBody>
          <a:bodyPr/>
          <a:lstStyle/>
          <a:p>
            <a:r>
              <a:rPr lang="en-US" sz="2500" b="1" dirty="0" err="1"/>
              <a:t>Baselayer</a:t>
            </a:r>
            <a:r>
              <a:rPr lang="en-US" sz="2500" b="1" dirty="0"/>
              <a:t> AI Summer Venture – Pitch Competition 2026</a:t>
            </a:r>
          </a:p>
        </p:txBody>
      </p:sp>
    </p:spTree>
    <p:extLst>
      <p:ext uri="{BB962C8B-B14F-4D97-AF65-F5344CB8AC3E}">
        <p14:creationId xmlns:p14="http://schemas.microsoft.com/office/powerpoint/2010/main" val="2558068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0F443-F1C3-52BF-BCC4-C2E890803E1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165C3A-D783-30CA-F231-D743481D88AA}"/>
              </a:ext>
            </a:extLst>
          </p:cNvPr>
          <p:cNvSpPr>
            <a:spLocks noGrp="1"/>
          </p:cNvSpPr>
          <p:nvPr>
            <p:ph type="title"/>
          </p:nvPr>
        </p:nvSpPr>
        <p:spPr>
          <a:xfrm>
            <a:off x="685800" y="348023"/>
            <a:ext cx="10015151" cy="523220"/>
          </a:xfrm>
        </p:spPr>
        <p:txBody>
          <a:bodyPr wrap="square">
            <a:spAutoFit/>
          </a:bodyPr>
          <a:lstStyle/>
          <a:p>
            <a:r>
              <a:rPr lang="en-US" b="0" cap="none" dirty="0">
                <a:latin typeface="Arial" panose="020B0604020202020204" pitchFamily="34" charset="0"/>
                <a:cs typeface="Arial" panose="020B0604020202020204" pitchFamily="34" charset="0"/>
              </a:rPr>
              <a:t>Plan</a:t>
            </a:r>
          </a:p>
        </p:txBody>
      </p:sp>
      <p:sp>
        <p:nvSpPr>
          <p:cNvPr id="2" name="Content Placeholder 1">
            <a:extLst>
              <a:ext uri="{FF2B5EF4-FFF2-40B4-BE49-F238E27FC236}">
                <a16:creationId xmlns:a16="http://schemas.microsoft.com/office/drawing/2014/main" id="{44615BBF-4A1A-83B3-D97F-5D21DC3AB477}"/>
              </a:ext>
            </a:extLst>
          </p:cNvPr>
          <p:cNvSpPr txBox="1">
            <a:spLocks/>
          </p:cNvSpPr>
          <p:nvPr/>
        </p:nvSpPr>
        <p:spPr>
          <a:xfrm>
            <a:off x="685800" y="1732683"/>
            <a:ext cx="10802817" cy="1715854"/>
          </a:xfrm>
          <a:prstGeom prst="rect">
            <a:avLst/>
          </a:prstGeom>
        </p:spPr>
        <p:txBody>
          <a:bodyPr vert="horz" wrap="square" lIns="0" tIns="45720" rIns="91440" bIns="45720" rtlCol="0">
            <a:spAutoFit/>
          </a:bodyPr>
          <a:lstStyle>
            <a:lvl1pPr marL="2286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680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756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00"/>
              </a:spcAft>
            </a:pPr>
            <a:r>
              <a:rPr lang="en-US" sz="1400" b="1" dirty="0">
                <a:latin typeface="Arial" panose="020B0604020202020204" pitchFamily="34" charset="0"/>
                <a:cs typeface="Arial" panose="020B0604020202020204" pitchFamily="34" charset="0"/>
              </a:rPr>
              <a:t>Problem: </a:t>
            </a:r>
            <a:r>
              <a:rPr lang="en-US" sz="1400" dirty="0">
                <a:latin typeface="Arial" panose="020B0604020202020204" pitchFamily="34" charset="0"/>
                <a:cs typeface="Arial" panose="020B0604020202020204" pitchFamily="34" charset="0"/>
              </a:rPr>
              <a:t>64% of B2B sales are made on credit. Sellers essentially make an unsecured loan to their buyer with very limited information. Current tools (KYB checks, trade credit insurance) rely on static, stale data. Sellers end up making credit decisions based on gut feel and payment history (</a:t>
            </a:r>
            <a:r>
              <a:rPr lang="en-US" sz="1400" dirty="0">
                <a:solidFill>
                  <a:srgbClr val="FF0000"/>
                </a:solidFill>
                <a:latin typeface="Arial" panose="020B0604020202020204" pitchFamily="34" charset="0"/>
                <a:cs typeface="Arial" panose="020B0604020202020204" pitchFamily="34" charset="0"/>
              </a:rPr>
              <a:t>look for data on cost of client bankruptcy?</a:t>
            </a:r>
            <a:r>
              <a:rPr lang="en-US" sz="1400" dirty="0">
                <a:latin typeface="Arial" panose="020B0604020202020204" pitchFamily="34" charset="0"/>
                <a:cs typeface="Arial" panose="020B0604020202020204" pitchFamily="34" charset="0"/>
              </a:rPr>
              <a:t>)</a:t>
            </a:r>
          </a:p>
          <a:p>
            <a:pPr>
              <a:spcAft>
                <a:spcPts val="300"/>
              </a:spcAft>
            </a:pPr>
            <a:r>
              <a:rPr lang="en-US" sz="1400" b="1" dirty="0">
                <a:latin typeface="Arial" panose="020B0604020202020204" pitchFamily="34" charset="0"/>
                <a:cs typeface="Arial" panose="020B0604020202020204" pitchFamily="34" charset="0"/>
              </a:rPr>
              <a:t>Market:</a:t>
            </a:r>
            <a:r>
              <a:rPr lang="en-US" sz="1400" dirty="0">
                <a:latin typeface="Arial" panose="020B0604020202020204" pitchFamily="34" charset="0"/>
                <a:cs typeface="Arial" panose="020B0604020202020204" pitchFamily="34" charset="0"/>
              </a:rPr>
              <a:t> US B2B credit sales volume </a:t>
            </a:r>
          </a:p>
          <a:p>
            <a:pPr>
              <a:spcAft>
                <a:spcPts val="300"/>
              </a:spcAft>
            </a:pPr>
            <a:r>
              <a:rPr lang="en-US" sz="1400" b="1" dirty="0">
                <a:latin typeface="Arial" panose="020B0604020202020204" pitchFamily="34" charset="0"/>
                <a:cs typeface="Arial" panose="020B0604020202020204" pitchFamily="34" charset="0"/>
              </a:rPr>
              <a:t>Ideal customer profile:</a:t>
            </a:r>
            <a:r>
              <a:rPr lang="en-US" sz="1400" dirty="0">
                <a:latin typeface="Arial" panose="020B0604020202020204" pitchFamily="34" charset="0"/>
                <a:cs typeface="Arial" panose="020B0604020202020204" pitchFamily="34" charset="0"/>
              </a:rPr>
              <a:t> (1) B2B BNPL and invoice financing platforms </a:t>
            </a:r>
            <a:r>
              <a:rPr lang="en-US" sz="1400" dirty="0">
                <a:latin typeface="Arial" panose="020B0604020202020204" pitchFamily="34" charset="0"/>
                <a:cs typeface="Arial" panose="020B0604020202020204" pitchFamily="34" charset="0"/>
                <a:sym typeface="Wingdings" pitchFamily="2" charset="2"/>
              </a:rPr>
              <a:t> (2) Direct mid-market sellers with large AR books (industrial distributors, CFO/credit managers)</a:t>
            </a:r>
          </a:p>
          <a:p>
            <a:pPr>
              <a:spcAft>
                <a:spcPts val="300"/>
              </a:spcAft>
            </a:pPr>
            <a:r>
              <a:rPr lang="en-US" sz="1400" b="1" dirty="0">
                <a:latin typeface="Arial" panose="020B0604020202020204" pitchFamily="34" charset="0"/>
                <a:cs typeface="Arial" panose="020B0604020202020204" pitchFamily="34" charset="0"/>
                <a:sym typeface="Wingdings" pitchFamily="2" charset="2"/>
              </a:rPr>
              <a:t>Solution:</a:t>
            </a:r>
            <a:r>
              <a:rPr lang="en-US" sz="1400" dirty="0">
                <a:latin typeface="Arial" panose="020B0604020202020204" pitchFamily="34" charset="0"/>
                <a:cs typeface="Arial" panose="020B0604020202020204" pitchFamily="34" charset="0"/>
                <a:sym typeface="Wingdings" pitchFamily="2" charset="2"/>
              </a:rPr>
              <a:t> leverage </a:t>
            </a:r>
            <a:r>
              <a:rPr lang="en-US" sz="1400" dirty="0" err="1">
                <a:latin typeface="Arial" panose="020B0604020202020204" pitchFamily="34" charset="0"/>
                <a:cs typeface="Arial" panose="020B0604020202020204" pitchFamily="34" charset="0"/>
                <a:sym typeface="Wingdings" pitchFamily="2" charset="2"/>
              </a:rPr>
              <a:t>Baselayer</a:t>
            </a:r>
            <a:r>
              <a:rPr lang="en-US" sz="1400" dirty="0">
                <a:latin typeface="Arial" panose="020B0604020202020204" pitchFamily="34" charset="0"/>
                <a:cs typeface="Arial" panose="020B0604020202020204" pitchFamily="34" charset="0"/>
                <a:sym typeface="Wingdings" pitchFamily="2" charset="2"/>
              </a:rPr>
              <a:t> SMB risk data to inform credit decision</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939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0B05C4-AFD9-CE38-0141-CF5CCBE8D260}"/>
              </a:ext>
            </a:extLst>
          </p:cNvPr>
          <p:cNvSpPr>
            <a:spLocks noGrp="1"/>
          </p:cNvSpPr>
          <p:nvPr>
            <p:ph sz="half" idx="1"/>
          </p:nvPr>
        </p:nvSpPr>
        <p:spPr>
          <a:xfrm>
            <a:off x="1251319" y="1796896"/>
            <a:ext cx="1796681" cy="646331"/>
          </a:xfrm>
        </p:spPr>
        <p:txBody>
          <a:bodyPr wrap="square">
            <a:spAutoFit/>
          </a:bodyPr>
          <a:lstStyle/>
          <a:p>
            <a:pPr marL="0" indent="0">
              <a:buNone/>
            </a:pPr>
            <a:r>
              <a:rPr lang="en-US" b="1" dirty="0">
                <a:latin typeface="Arial" panose="020B0604020202020204" pitchFamily="34" charset="0"/>
                <a:cs typeface="Arial" panose="020B0604020202020204" pitchFamily="34" charset="0"/>
              </a:rPr>
              <a:t>Stablecoins: myth vs reality</a:t>
            </a:r>
          </a:p>
        </p:txBody>
      </p:sp>
      <p:sp>
        <p:nvSpPr>
          <p:cNvPr id="4" name="Title 3">
            <a:extLst>
              <a:ext uri="{FF2B5EF4-FFF2-40B4-BE49-F238E27FC236}">
                <a16:creationId xmlns:a16="http://schemas.microsoft.com/office/drawing/2014/main" id="{78B1CD74-59DF-DBCE-02FE-6927A6F6B95B}"/>
              </a:ext>
            </a:extLst>
          </p:cNvPr>
          <p:cNvSpPr>
            <a:spLocks noGrp="1"/>
          </p:cNvSpPr>
          <p:nvPr>
            <p:ph type="title"/>
          </p:nvPr>
        </p:nvSpPr>
        <p:spPr>
          <a:xfrm>
            <a:off x="685800" y="348023"/>
            <a:ext cx="10015151" cy="523220"/>
          </a:xfrm>
        </p:spPr>
        <p:txBody>
          <a:bodyPr wrap="square">
            <a:spAutoFit/>
          </a:bodyPr>
          <a:lstStyle/>
          <a:p>
            <a:r>
              <a:rPr lang="en-US" b="0" cap="none" dirty="0">
                <a:latin typeface="Arial" panose="020B0604020202020204" pitchFamily="34" charset="0"/>
                <a:cs typeface="Arial" panose="020B0604020202020204" pitchFamily="34" charset="0"/>
              </a:rPr>
              <a:t>Problem</a:t>
            </a:r>
          </a:p>
        </p:txBody>
      </p:sp>
      <p:sp>
        <p:nvSpPr>
          <p:cNvPr id="6" name="Oval 5">
            <a:extLst>
              <a:ext uri="{FF2B5EF4-FFF2-40B4-BE49-F238E27FC236}">
                <a16:creationId xmlns:a16="http://schemas.microsoft.com/office/drawing/2014/main" id="{02AFF060-9D2A-2A0F-6A73-66D92CF1E53E}"/>
              </a:ext>
            </a:extLst>
          </p:cNvPr>
          <p:cNvSpPr/>
          <p:nvPr/>
        </p:nvSpPr>
        <p:spPr>
          <a:xfrm>
            <a:off x="720520" y="1872091"/>
            <a:ext cx="330670" cy="33067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1</a:t>
            </a:r>
          </a:p>
        </p:txBody>
      </p:sp>
      <p:sp>
        <p:nvSpPr>
          <p:cNvPr id="22" name="Content Placeholder 1">
            <a:extLst>
              <a:ext uri="{FF2B5EF4-FFF2-40B4-BE49-F238E27FC236}">
                <a16:creationId xmlns:a16="http://schemas.microsoft.com/office/drawing/2014/main" id="{EE2DB0DE-DC6C-EE26-9A50-8AECA60A719B}"/>
              </a:ext>
            </a:extLst>
          </p:cNvPr>
          <p:cNvSpPr txBox="1">
            <a:spLocks/>
          </p:cNvSpPr>
          <p:nvPr/>
        </p:nvSpPr>
        <p:spPr>
          <a:xfrm>
            <a:off x="685801" y="1272928"/>
            <a:ext cx="2362200" cy="369332"/>
          </a:xfrm>
          <a:prstGeom prst="rect">
            <a:avLst/>
          </a:prstGeom>
        </p:spPr>
        <p:txBody>
          <a:bodyPr vert="horz" wrap="square" lIns="0" tIns="45720" rIns="91440" bIns="45720" rtlCol="0">
            <a:spAutoFit/>
          </a:bodyPr>
          <a:lstStyle>
            <a:lvl1pPr marL="2286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680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756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accent1"/>
                </a:solidFill>
                <a:latin typeface="Arial" panose="020B0604020202020204" pitchFamily="34" charset="0"/>
                <a:cs typeface="Arial" panose="020B0604020202020204" pitchFamily="34" charset="0"/>
              </a:rPr>
              <a:t>Suggested topics</a:t>
            </a:r>
          </a:p>
        </p:txBody>
      </p:sp>
      <p:cxnSp>
        <p:nvCxnSpPr>
          <p:cNvPr id="3" name="Straight Connector 2">
            <a:extLst>
              <a:ext uri="{FF2B5EF4-FFF2-40B4-BE49-F238E27FC236}">
                <a16:creationId xmlns:a16="http://schemas.microsoft.com/office/drawing/2014/main" id="{A44869C7-B626-44E9-39AE-1063FE982151}"/>
              </a:ext>
            </a:extLst>
          </p:cNvPr>
          <p:cNvCxnSpPr>
            <a:cxnSpLocks/>
          </p:cNvCxnSpPr>
          <p:nvPr/>
        </p:nvCxnSpPr>
        <p:spPr>
          <a:xfrm>
            <a:off x="685800" y="1670748"/>
            <a:ext cx="1080281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1">
            <a:extLst>
              <a:ext uri="{FF2B5EF4-FFF2-40B4-BE49-F238E27FC236}">
                <a16:creationId xmlns:a16="http://schemas.microsoft.com/office/drawing/2014/main" id="{C94CDF25-51A2-6C6A-28A1-1048DDE47B84}"/>
              </a:ext>
            </a:extLst>
          </p:cNvPr>
          <p:cNvSpPr txBox="1">
            <a:spLocks/>
          </p:cNvSpPr>
          <p:nvPr/>
        </p:nvSpPr>
        <p:spPr>
          <a:xfrm>
            <a:off x="3248129" y="1272928"/>
            <a:ext cx="8240488" cy="369332"/>
          </a:xfrm>
          <a:prstGeom prst="rect">
            <a:avLst/>
          </a:prstGeom>
        </p:spPr>
        <p:txBody>
          <a:bodyPr vert="horz" wrap="square" lIns="0" tIns="45720" rIns="91440" bIns="45720" rtlCol="0">
            <a:spAutoFit/>
          </a:bodyPr>
          <a:lstStyle>
            <a:lvl1pPr marL="2286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680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756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accent1"/>
                </a:solidFill>
                <a:latin typeface="Arial" panose="020B0604020202020204" pitchFamily="34" charset="0"/>
                <a:cs typeface="Arial" panose="020B0604020202020204" pitchFamily="34" charset="0"/>
              </a:rPr>
              <a:t>Potential questions for discussion </a:t>
            </a:r>
            <a:r>
              <a:rPr lang="en-US" i="1" dirty="0">
                <a:solidFill>
                  <a:schemeClr val="accent1"/>
                </a:solidFill>
                <a:latin typeface="Arial" panose="020B0604020202020204" pitchFamily="34" charset="0"/>
                <a:cs typeface="Arial" panose="020B0604020202020204" pitchFamily="34" charset="0"/>
              </a:rPr>
              <a:t>(suggested first respondent)</a:t>
            </a:r>
          </a:p>
        </p:txBody>
      </p:sp>
      <p:sp>
        <p:nvSpPr>
          <p:cNvPr id="17" name="Content Placeholder 1">
            <a:extLst>
              <a:ext uri="{FF2B5EF4-FFF2-40B4-BE49-F238E27FC236}">
                <a16:creationId xmlns:a16="http://schemas.microsoft.com/office/drawing/2014/main" id="{FAF1E4EC-D1B3-0753-0795-6382C05ED97B}"/>
              </a:ext>
            </a:extLst>
          </p:cNvPr>
          <p:cNvSpPr txBox="1">
            <a:spLocks/>
          </p:cNvSpPr>
          <p:nvPr/>
        </p:nvSpPr>
        <p:spPr>
          <a:xfrm>
            <a:off x="3248129" y="1732683"/>
            <a:ext cx="8240488" cy="1754326"/>
          </a:xfrm>
          <a:prstGeom prst="rect">
            <a:avLst/>
          </a:prstGeom>
        </p:spPr>
        <p:txBody>
          <a:bodyPr vert="horz" wrap="square" lIns="0" tIns="45720" rIns="91440" bIns="45720" rtlCol="0">
            <a:spAutoFit/>
          </a:bodyPr>
          <a:lstStyle>
            <a:lvl1pPr marL="2286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680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756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00"/>
              </a:spcAft>
            </a:pPr>
            <a:r>
              <a:rPr lang="en-US" sz="1400" b="1" dirty="0">
                <a:latin typeface="Arial" panose="020B0604020202020204" pitchFamily="34" charset="0"/>
                <a:cs typeface="Arial" panose="020B0604020202020204" pitchFamily="34" charset="0"/>
              </a:rPr>
              <a:t>Very brief intro:</a:t>
            </a:r>
            <a:r>
              <a:rPr lang="en-US" sz="1400" dirty="0">
                <a:latin typeface="Arial" panose="020B0604020202020204" pitchFamily="34" charset="0"/>
                <a:cs typeface="Arial" panose="020B0604020202020204" pitchFamily="34" charset="0"/>
              </a:rPr>
              <a:t> how are stablecoins different than Bitcoin and other crypto tokens? </a:t>
            </a:r>
            <a:r>
              <a:rPr lang="en-US" sz="1400" i="1" dirty="0">
                <a:solidFill>
                  <a:schemeClr val="accent1"/>
                </a:solidFill>
                <a:latin typeface="Arial" panose="020B0604020202020204" pitchFamily="34" charset="0"/>
                <a:cs typeface="Arial" panose="020B0604020202020204" pitchFamily="34" charset="0"/>
              </a:rPr>
              <a:t>(Caroline)</a:t>
            </a:r>
          </a:p>
          <a:p>
            <a:pPr>
              <a:spcAft>
                <a:spcPts val="300"/>
              </a:spcAft>
            </a:pPr>
            <a:r>
              <a:rPr lang="en-US" sz="1400" dirty="0">
                <a:latin typeface="Arial" panose="020B0604020202020204" pitchFamily="34" charset="0"/>
                <a:cs typeface="Arial" panose="020B0604020202020204" pitchFamily="34" charset="0"/>
              </a:rPr>
              <a:t>What </a:t>
            </a:r>
            <a:r>
              <a:rPr lang="en-US" sz="1400" b="1" dirty="0">
                <a:latin typeface="Arial" panose="020B0604020202020204" pitchFamily="34" charset="0"/>
                <a:cs typeface="Arial" panose="020B0604020202020204" pitchFamily="34" charset="0"/>
              </a:rPr>
              <a:t>use cases are driving real-world adoption </a:t>
            </a:r>
            <a:r>
              <a:rPr lang="en-US" sz="1400" dirty="0">
                <a:latin typeface="Arial" panose="020B0604020202020204" pitchFamily="34" charset="0"/>
                <a:cs typeface="Arial" panose="020B0604020202020204" pitchFamily="34" charset="0"/>
              </a:rPr>
              <a:t>of stablecoins today and who is adopting them? </a:t>
            </a:r>
            <a:r>
              <a:rPr lang="en-US" sz="1400" i="1" dirty="0">
                <a:solidFill>
                  <a:schemeClr val="accent1"/>
                </a:solidFill>
                <a:latin typeface="Arial" panose="020B0604020202020204" pitchFamily="34" charset="0"/>
                <a:cs typeface="Arial" panose="020B0604020202020204" pitchFamily="34" charset="0"/>
              </a:rPr>
              <a:t>(Reena)</a:t>
            </a:r>
            <a:endParaRPr lang="en-US" sz="1400" dirty="0">
              <a:latin typeface="Arial" panose="020B0604020202020204" pitchFamily="34" charset="0"/>
              <a:cs typeface="Arial" panose="020B0604020202020204" pitchFamily="34" charset="0"/>
            </a:endParaRPr>
          </a:p>
          <a:p>
            <a:pPr>
              <a:spcAft>
                <a:spcPts val="300"/>
              </a:spcAft>
            </a:pPr>
            <a:r>
              <a:rPr lang="en-US" sz="1400" dirty="0">
                <a:latin typeface="Arial" panose="020B0604020202020204" pitchFamily="34" charset="0"/>
                <a:cs typeface="Arial" panose="020B0604020202020204" pitchFamily="34" charset="0"/>
              </a:rPr>
              <a:t>Who are the </a:t>
            </a:r>
            <a:r>
              <a:rPr lang="en-US" sz="1400" b="1" dirty="0">
                <a:latin typeface="Arial" panose="020B0604020202020204" pitchFamily="34" charset="0"/>
                <a:cs typeface="Arial" panose="020B0604020202020204" pitchFamily="34" charset="0"/>
              </a:rPr>
              <a:t>main stakeholders</a:t>
            </a:r>
            <a:r>
              <a:rPr lang="en-US" sz="1400" dirty="0">
                <a:latin typeface="Arial" panose="020B0604020202020204" pitchFamily="34" charset="0"/>
                <a:cs typeface="Arial" panose="020B0604020202020204" pitchFamily="34" charset="0"/>
              </a:rPr>
              <a:t>? Who is </a:t>
            </a:r>
            <a:r>
              <a:rPr lang="en-US" sz="1400" b="1" dirty="0">
                <a:latin typeface="Arial" panose="020B0604020202020204" pitchFamily="34" charset="0"/>
                <a:cs typeface="Arial" panose="020B0604020202020204" pitchFamily="34" charset="0"/>
              </a:rPr>
              <a:t>positioned to win/lose </a:t>
            </a:r>
            <a:r>
              <a:rPr lang="en-US" sz="1400" dirty="0">
                <a:latin typeface="Arial" panose="020B0604020202020204" pitchFamily="34" charset="0"/>
                <a:cs typeface="Arial" panose="020B0604020202020204" pitchFamily="34" charset="0"/>
              </a:rPr>
              <a:t>and what are the main </a:t>
            </a:r>
            <a:r>
              <a:rPr lang="en-US" sz="1400" b="1" dirty="0">
                <a:latin typeface="Arial" panose="020B0604020202020204" pitchFamily="34" charset="0"/>
                <a:cs typeface="Arial" panose="020B0604020202020204" pitchFamily="34" charset="0"/>
              </a:rPr>
              <a:t>sources of tension?</a:t>
            </a:r>
            <a:r>
              <a:rPr lang="en-US" sz="1400" dirty="0">
                <a:latin typeface="Arial" panose="020B0604020202020204" pitchFamily="34" charset="0"/>
                <a:cs typeface="Arial" panose="020B0604020202020204" pitchFamily="34" charset="0"/>
              </a:rPr>
              <a:t> </a:t>
            </a:r>
            <a:r>
              <a:rPr lang="en-US" sz="1400" i="1" dirty="0">
                <a:solidFill>
                  <a:schemeClr val="accent1"/>
                </a:solidFill>
                <a:latin typeface="Arial" panose="020B0604020202020204" pitchFamily="34" charset="0"/>
                <a:cs typeface="Arial" panose="020B0604020202020204" pitchFamily="34" charset="0"/>
              </a:rPr>
              <a:t>(Prat)</a:t>
            </a:r>
            <a:endParaRPr lang="en-US" sz="1400" b="1" dirty="0">
              <a:latin typeface="Arial" panose="020B0604020202020204" pitchFamily="34" charset="0"/>
              <a:cs typeface="Arial" panose="020B0604020202020204" pitchFamily="34" charset="0"/>
            </a:endParaRPr>
          </a:p>
          <a:p>
            <a:pPr>
              <a:spcAft>
                <a:spcPts val="300"/>
              </a:spcAft>
            </a:pPr>
            <a:r>
              <a:rPr lang="en-US" sz="1400" b="1" dirty="0">
                <a:latin typeface="Arial" panose="020B0604020202020204" pitchFamily="34" charset="0"/>
                <a:cs typeface="Arial" panose="020B0604020202020204" pitchFamily="34" charset="0"/>
              </a:rPr>
              <a:t>Why are there so many stablecoins </a:t>
            </a:r>
            <a:r>
              <a:rPr lang="en-US" sz="1400" dirty="0">
                <a:latin typeface="Arial" panose="020B0604020202020204" pitchFamily="34" charset="0"/>
                <a:cs typeface="Arial" panose="020B0604020202020204" pitchFamily="34" charset="0"/>
              </a:rPr>
              <a:t>and what roles do they serve? Is there a “best one”? </a:t>
            </a:r>
            <a:r>
              <a:rPr lang="en-US" sz="1400" i="1" dirty="0">
                <a:solidFill>
                  <a:schemeClr val="accent1"/>
                </a:solidFill>
                <a:latin typeface="Arial" panose="020B0604020202020204" pitchFamily="34" charset="0"/>
                <a:cs typeface="Arial" panose="020B0604020202020204" pitchFamily="34" charset="0"/>
              </a:rPr>
              <a:t>(Adam)</a:t>
            </a:r>
            <a:r>
              <a:rPr lang="en-US" sz="1400" dirty="0">
                <a:latin typeface="Arial" panose="020B0604020202020204" pitchFamily="34" charset="0"/>
                <a:cs typeface="Arial" panose="020B0604020202020204" pitchFamily="34" charset="0"/>
              </a:rPr>
              <a:t> </a:t>
            </a:r>
          </a:p>
          <a:p>
            <a:pPr>
              <a:spcAft>
                <a:spcPts val="300"/>
              </a:spcAft>
            </a:pPr>
            <a:r>
              <a:rPr lang="en-US" sz="1400" dirty="0">
                <a:latin typeface="Arial" panose="020B0604020202020204" pitchFamily="34" charset="0"/>
                <a:cs typeface="Arial" panose="020B0604020202020204" pitchFamily="34" charset="0"/>
              </a:rPr>
              <a:t>When does it make sense for a company to </a:t>
            </a:r>
            <a:r>
              <a:rPr lang="en-US" sz="1400" b="1" dirty="0">
                <a:latin typeface="Arial" panose="020B0604020202020204" pitchFamily="34" charset="0"/>
                <a:cs typeface="Arial" panose="020B0604020202020204" pitchFamily="34" charset="0"/>
              </a:rPr>
              <a:t>issue their own stablecoins?</a:t>
            </a:r>
            <a:r>
              <a:rPr lang="en-US" sz="1400" i="1" dirty="0">
                <a:solidFill>
                  <a:schemeClr val="accent1"/>
                </a:solidFill>
                <a:latin typeface="Arial" panose="020B0604020202020204" pitchFamily="34" charset="0"/>
                <a:cs typeface="Arial" panose="020B0604020202020204" pitchFamily="34" charset="0"/>
              </a:rPr>
              <a:t> (Anyone – Prat?)</a:t>
            </a:r>
            <a:endParaRPr lang="en-US" sz="1400" dirty="0">
              <a:latin typeface="Arial" panose="020B0604020202020204" pitchFamily="34" charset="0"/>
              <a:cs typeface="Arial" panose="020B0604020202020204" pitchFamily="34" charset="0"/>
            </a:endParaRPr>
          </a:p>
        </p:txBody>
      </p:sp>
      <p:sp>
        <p:nvSpPr>
          <p:cNvPr id="18" name="Content Placeholder 1">
            <a:extLst>
              <a:ext uri="{FF2B5EF4-FFF2-40B4-BE49-F238E27FC236}">
                <a16:creationId xmlns:a16="http://schemas.microsoft.com/office/drawing/2014/main" id="{C7F469DD-3231-CF4F-533E-4A07F1186B94}"/>
              </a:ext>
            </a:extLst>
          </p:cNvPr>
          <p:cNvSpPr txBox="1">
            <a:spLocks/>
          </p:cNvSpPr>
          <p:nvPr/>
        </p:nvSpPr>
        <p:spPr>
          <a:xfrm>
            <a:off x="1251319" y="3672514"/>
            <a:ext cx="1796681" cy="646331"/>
          </a:xfrm>
          <a:prstGeom prst="rect">
            <a:avLst/>
          </a:prstGeom>
        </p:spPr>
        <p:txBody>
          <a:bodyPr vert="horz" wrap="square" lIns="0" tIns="45720" rIns="91440" bIns="45720" rtlCol="0">
            <a:spAutoFit/>
          </a:bodyPr>
          <a:lstStyle>
            <a:lvl1pPr marL="2286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680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756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latin typeface="Arial" panose="020B0604020202020204" pitchFamily="34" charset="0"/>
                <a:cs typeface="Arial" panose="020B0604020202020204" pitchFamily="34" charset="0"/>
              </a:rPr>
              <a:t>Hurdles to mass adoption</a:t>
            </a:r>
          </a:p>
        </p:txBody>
      </p:sp>
      <p:sp>
        <p:nvSpPr>
          <p:cNvPr id="19" name="Oval 18">
            <a:extLst>
              <a:ext uri="{FF2B5EF4-FFF2-40B4-BE49-F238E27FC236}">
                <a16:creationId xmlns:a16="http://schemas.microsoft.com/office/drawing/2014/main" id="{234E54BB-2872-30AC-1D82-960BBEF14347}"/>
              </a:ext>
            </a:extLst>
          </p:cNvPr>
          <p:cNvSpPr/>
          <p:nvPr/>
        </p:nvSpPr>
        <p:spPr>
          <a:xfrm>
            <a:off x="720520" y="3742336"/>
            <a:ext cx="330670" cy="33067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2</a:t>
            </a:r>
          </a:p>
        </p:txBody>
      </p:sp>
      <p:sp>
        <p:nvSpPr>
          <p:cNvPr id="20" name="Content Placeholder 1">
            <a:extLst>
              <a:ext uri="{FF2B5EF4-FFF2-40B4-BE49-F238E27FC236}">
                <a16:creationId xmlns:a16="http://schemas.microsoft.com/office/drawing/2014/main" id="{DD5474B9-2FFD-83B4-EC75-C23E56581F44}"/>
              </a:ext>
            </a:extLst>
          </p:cNvPr>
          <p:cNvSpPr txBox="1">
            <a:spLocks/>
          </p:cNvSpPr>
          <p:nvPr/>
        </p:nvSpPr>
        <p:spPr>
          <a:xfrm>
            <a:off x="3248129" y="3623752"/>
            <a:ext cx="8240488" cy="1500411"/>
          </a:xfrm>
          <a:prstGeom prst="rect">
            <a:avLst/>
          </a:prstGeom>
        </p:spPr>
        <p:txBody>
          <a:bodyPr vert="horz" wrap="square" lIns="0" tIns="45720" rIns="91440" bIns="45720" rtlCol="0">
            <a:spAutoFit/>
          </a:bodyPr>
          <a:lstStyle>
            <a:lvl1pPr marL="2286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680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756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00"/>
              </a:spcAft>
            </a:pPr>
            <a:r>
              <a:rPr lang="en-US" sz="1400" dirty="0">
                <a:latin typeface="Arial" panose="020B0604020202020204" pitchFamily="34" charset="0"/>
                <a:cs typeface="Arial" panose="020B0604020202020204" pitchFamily="34" charset="0"/>
              </a:rPr>
              <a:t>In your view, what are the </a:t>
            </a:r>
            <a:r>
              <a:rPr lang="en-US" sz="1400" b="1" dirty="0">
                <a:latin typeface="Arial" panose="020B0604020202020204" pitchFamily="34" charset="0"/>
                <a:cs typeface="Arial" panose="020B0604020202020204" pitchFamily="34" charset="0"/>
              </a:rPr>
              <a:t>main hurdles that must be overcome to achieve mainstream adoption </a:t>
            </a:r>
            <a:r>
              <a:rPr lang="en-US" sz="1400" dirty="0">
                <a:latin typeface="Arial" panose="020B0604020202020204" pitchFamily="34" charset="0"/>
                <a:cs typeface="Arial" panose="020B0604020202020204" pitchFamily="34" charset="0"/>
              </a:rPr>
              <a:t>of stablecoins (regulation, tech, liquidity)? </a:t>
            </a:r>
            <a:r>
              <a:rPr lang="en-US" sz="1400" i="1" dirty="0">
                <a:solidFill>
                  <a:schemeClr val="accent1"/>
                </a:solidFill>
                <a:latin typeface="Arial" panose="020B0604020202020204" pitchFamily="34" charset="0"/>
                <a:cs typeface="Arial" panose="020B0604020202020204" pitchFamily="34" charset="0"/>
              </a:rPr>
              <a:t>(All)</a:t>
            </a:r>
            <a:endParaRPr lang="en-US" sz="1400" b="1" dirty="0">
              <a:latin typeface="Arial" panose="020B0604020202020204" pitchFamily="34" charset="0"/>
              <a:cs typeface="Arial" panose="020B0604020202020204" pitchFamily="34" charset="0"/>
            </a:endParaRPr>
          </a:p>
          <a:p>
            <a:pPr>
              <a:spcAft>
                <a:spcPts val="300"/>
              </a:spcAft>
            </a:pPr>
            <a:r>
              <a:rPr lang="en-US" sz="1400" b="1" dirty="0">
                <a:latin typeface="Arial" panose="020B0604020202020204" pitchFamily="34" charset="0"/>
                <a:cs typeface="Arial" panose="020B0604020202020204" pitchFamily="34" charset="0"/>
              </a:rPr>
              <a:t>Regulation</a:t>
            </a:r>
            <a:r>
              <a:rPr lang="en-US" sz="1400" dirty="0">
                <a:latin typeface="Arial" panose="020B0604020202020204" pitchFamily="34" charset="0"/>
                <a:cs typeface="Arial" panose="020B0604020202020204" pitchFamily="34" charset="0"/>
              </a:rPr>
              <a:t> made big advanced in 2025 – what is the importance of advances like the GENIUS Act? </a:t>
            </a:r>
            <a:r>
              <a:rPr lang="en-US" sz="1400" i="1" dirty="0">
                <a:solidFill>
                  <a:schemeClr val="accent1"/>
                </a:solidFill>
                <a:latin typeface="Arial" panose="020B0604020202020204" pitchFamily="34" charset="0"/>
                <a:cs typeface="Arial" panose="020B0604020202020204" pitchFamily="34" charset="0"/>
              </a:rPr>
              <a:t>(Caroline)</a:t>
            </a:r>
          </a:p>
          <a:p>
            <a:pPr>
              <a:spcAft>
                <a:spcPts val="300"/>
              </a:spcAft>
            </a:pPr>
            <a:r>
              <a:rPr lang="en-US" sz="1400" dirty="0">
                <a:latin typeface="Arial" panose="020B0604020202020204" pitchFamily="34" charset="0"/>
                <a:cs typeface="Arial" panose="020B0604020202020204" pitchFamily="34" charset="0"/>
              </a:rPr>
              <a:t>How do </a:t>
            </a:r>
            <a:r>
              <a:rPr lang="en-US" sz="1400" b="1" dirty="0">
                <a:latin typeface="Arial" panose="020B0604020202020204" pitchFamily="34" charset="0"/>
                <a:cs typeface="Arial" panose="020B0604020202020204" pitchFamily="34" charset="0"/>
              </a:rPr>
              <a:t>political changes </a:t>
            </a:r>
            <a:r>
              <a:rPr lang="en-US" sz="1400" dirty="0">
                <a:latin typeface="Arial" panose="020B0604020202020204" pitchFamily="34" charset="0"/>
                <a:cs typeface="Arial" panose="020B0604020202020204" pitchFamily="34" charset="0"/>
              </a:rPr>
              <a:t>impact the future of this industry? </a:t>
            </a:r>
            <a:r>
              <a:rPr lang="en-US" sz="1400" i="1" dirty="0">
                <a:solidFill>
                  <a:schemeClr val="accent1"/>
                </a:solidFill>
                <a:latin typeface="Arial" panose="020B0604020202020204" pitchFamily="34" charset="0"/>
                <a:cs typeface="Arial" panose="020B0604020202020204" pitchFamily="34" charset="0"/>
              </a:rPr>
              <a:t>(Prat)</a:t>
            </a:r>
            <a:endParaRPr lang="en-US" sz="1400" dirty="0">
              <a:latin typeface="Arial" panose="020B0604020202020204" pitchFamily="34" charset="0"/>
              <a:cs typeface="Arial" panose="020B0604020202020204" pitchFamily="34" charset="0"/>
            </a:endParaRPr>
          </a:p>
          <a:p>
            <a:pPr>
              <a:spcAft>
                <a:spcPts val="300"/>
              </a:spcAft>
            </a:pPr>
            <a:r>
              <a:rPr lang="en-US" sz="1400" dirty="0">
                <a:latin typeface="Arial" panose="020B0604020202020204" pitchFamily="34" charset="0"/>
                <a:cs typeface="Arial" panose="020B0604020202020204" pitchFamily="34" charset="0"/>
              </a:rPr>
              <a:t>Why is </a:t>
            </a:r>
            <a:r>
              <a:rPr lang="en-US" sz="1400" b="1" dirty="0">
                <a:latin typeface="Arial" panose="020B0604020202020204" pitchFamily="34" charset="0"/>
                <a:cs typeface="Arial" panose="020B0604020202020204" pitchFamily="34" charset="0"/>
              </a:rPr>
              <a:t>liquidity on stablecoins networks </a:t>
            </a:r>
            <a:r>
              <a:rPr lang="en-US" sz="1400" dirty="0">
                <a:latin typeface="Arial" panose="020B0604020202020204" pitchFamily="34" charset="0"/>
                <a:cs typeface="Arial" panose="020B0604020202020204" pitchFamily="34" charset="0"/>
              </a:rPr>
              <a:t>relevant and where is it needed? </a:t>
            </a:r>
            <a:r>
              <a:rPr lang="en-US" sz="1400" i="1" dirty="0">
                <a:solidFill>
                  <a:schemeClr val="accent1"/>
                </a:solidFill>
                <a:latin typeface="Arial" panose="020B0604020202020204" pitchFamily="34" charset="0"/>
                <a:cs typeface="Arial" panose="020B0604020202020204" pitchFamily="34" charset="0"/>
              </a:rPr>
              <a:t>(Adam)</a:t>
            </a:r>
          </a:p>
        </p:txBody>
      </p:sp>
      <p:sp>
        <p:nvSpPr>
          <p:cNvPr id="21" name="Content Placeholder 1">
            <a:extLst>
              <a:ext uri="{FF2B5EF4-FFF2-40B4-BE49-F238E27FC236}">
                <a16:creationId xmlns:a16="http://schemas.microsoft.com/office/drawing/2014/main" id="{1A7D94E7-C893-FB91-C9A8-70150BFA5487}"/>
              </a:ext>
            </a:extLst>
          </p:cNvPr>
          <p:cNvSpPr txBox="1">
            <a:spLocks/>
          </p:cNvSpPr>
          <p:nvPr/>
        </p:nvSpPr>
        <p:spPr>
          <a:xfrm>
            <a:off x="1251319" y="5416661"/>
            <a:ext cx="1796681" cy="646331"/>
          </a:xfrm>
          <a:prstGeom prst="rect">
            <a:avLst/>
          </a:prstGeom>
        </p:spPr>
        <p:txBody>
          <a:bodyPr vert="horz" wrap="square" lIns="0" tIns="45720" rIns="91440" bIns="45720" rtlCol="0">
            <a:spAutoFit/>
          </a:bodyPr>
          <a:lstStyle>
            <a:lvl1pPr marL="2286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680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756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latin typeface="Arial" panose="020B0604020202020204" pitchFamily="34" charset="0"/>
                <a:cs typeface="Arial" panose="020B0604020202020204" pitchFamily="34" charset="0"/>
              </a:rPr>
              <a:t>The future of finance</a:t>
            </a:r>
          </a:p>
        </p:txBody>
      </p:sp>
      <p:sp>
        <p:nvSpPr>
          <p:cNvPr id="23" name="Oval 22">
            <a:extLst>
              <a:ext uri="{FF2B5EF4-FFF2-40B4-BE49-F238E27FC236}">
                <a16:creationId xmlns:a16="http://schemas.microsoft.com/office/drawing/2014/main" id="{50070F80-7415-139F-F0D6-A024EC62E7C3}"/>
              </a:ext>
            </a:extLst>
          </p:cNvPr>
          <p:cNvSpPr/>
          <p:nvPr/>
        </p:nvSpPr>
        <p:spPr>
          <a:xfrm>
            <a:off x="720520" y="5471487"/>
            <a:ext cx="330670" cy="33067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3</a:t>
            </a:r>
          </a:p>
        </p:txBody>
      </p:sp>
      <p:sp>
        <p:nvSpPr>
          <p:cNvPr id="24" name="Content Placeholder 1">
            <a:extLst>
              <a:ext uri="{FF2B5EF4-FFF2-40B4-BE49-F238E27FC236}">
                <a16:creationId xmlns:a16="http://schemas.microsoft.com/office/drawing/2014/main" id="{03D4448E-A52F-E65B-FB33-D025BA45F84F}"/>
              </a:ext>
            </a:extLst>
          </p:cNvPr>
          <p:cNvSpPr txBox="1">
            <a:spLocks/>
          </p:cNvSpPr>
          <p:nvPr/>
        </p:nvSpPr>
        <p:spPr>
          <a:xfrm>
            <a:off x="3248129" y="5382943"/>
            <a:ext cx="8240488" cy="1031051"/>
          </a:xfrm>
          <a:prstGeom prst="rect">
            <a:avLst/>
          </a:prstGeom>
        </p:spPr>
        <p:txBody>
          <a:bodyPr vert="horz" wrap="square" lIns="0" tIns="45720" rIns="91440" bIns="45720" rtlCol="0">
            <a:spAutoFit/>
          </a:bodyPr>
          <a:lstStyle>
            <a:lvl1pPr marL="2286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680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756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300"/>
              </a:spcAft>
            </a:pPr>
            <a:r>
              <a:rPr lang="en-US" sz="1400" b="1" dirty="0">
                <a:latin typeface="Arial" panose="020B0604020202020204" pitchFamily="34" charset="0"/>
                <a:cs typeface="Arial" panose="020B0604020202020204" pitchFamily="34" charset="0"/>
              </a:rPr>
              <a:t>What does a future world with broad stablecoin adoption look like </a:t>
            </a:r>
            <a:r>
              <a:rPr lang="en-US" sz="1400" dirty="0">
                <a:latin typeface="Arial" panose="020B0604020202020204" pitchFamily="34" charset="0"/>
                <a:cs typeface="Arial" panose="020B0604020202020204" pitchFamily="34" charset="0"/>
              </a:rPr>
              <a:t>for financial institutions? Are they a threat or an opportunity for existing bank rails? </a:t>
            </a:r>
            <a:r>
              <a:rPr lang="en-US" sz="1400" i="1" dirty="0">
                <a:solidFill>
                  <a:schemeClr val="accent1"/>
                </a:solidFill>
                <a:latin typeface="Arial" panose="020B0604020202020204" pitchFamily="34" charset="0"/>
                <a:cs typeface="Arial" panose="020B0604020202020204" pitchFamily="34" charset="0"/>
              </a:rPr>
              <a:t>(Reena)</a:t>
            </a:r>
            <a:endParaRPr lang="en-US" sz="1400" dirty="0">
              <a:latin typeface="Arial" panose="020B0604020202020204" pitchFamily="34" charset="0"/>
              <a:cs typeface="Arial" panose="020B0604020202020204" pitchFamily="34" charset="0"/>
            </a:endParaRPr>
          </a:p>
          <a:p>
            <a:pPr>
              <a:spcAft>
                <a:spcPts val="300"/>
              </a:spcAft>
            </a:pPr>
            <a:r>
              <a:rPr lang="en-US" sz="1400" dirty="0">
                <a:latin typeface="Arial" panose="020B0604020202020204" pitchFamily="34" charset="0"/>
                <a:cs typeface="Arial" panose="020B0604020202020204" pitchFamily="34" charset="0"/>
              </a:rPr>
              <a:t>What role do </a:t>
            </a:r>
            <a:r>
              <a:rPr lang="en-US" sz="1400" b="1" dirty="0">
                <a:latin typeface="Arial" panose="020B0604020202020204" pitchFamily="34" charset="0"/>
                <a:cs typeface="Arial" panose="020B0604020202020204" pitchFamily="34" charset="0"/>
              </a:rPr>
              <a:t>CBDCs</a:t>
            </a:r>
            <a:r>
              <a:rPr lang="en-US" sz="1400" dirty="0">
                <a:latin typeface="Arial" panose="020B0604020202020204" pitchFamily="34" charset="0"/>
                <a:cs typeface="Arial" panose="020B0604020202020204" pitchFamily="34" charset="0"/>
              </a:rPr>
              <a:t> have to play in such world (if any)? </a:t>
            </a:r>
            <a:r>
              <a:rPr lang="en-US" sz="1400" i="1" dirty="0">
                <a:solidFill>
                  <a:schemeClr val="accent1"/>
                </a:solidFill>
                <a:latin typeface="Arial" panose="020B0604020202020204" pitchFamily="34" charset="0"/>
                <a:cs typeface="Arial" panose="020B0604020202020204" pitchFamily="34" charset="0"/>
              </a:rPr>
              <a:t>(Caroline, Prat)</a:t>
            </a:r>
            <a:endParaRPr lang="en-US" sz="1400" dirty="0">
              <a:latin typeface="Arial" panose="020B0604020202020204" pitchFamily="34" charset="0"/>
              <a:cs typeface="Arial" panose="020B0604020202020204" pitchFamily="34" charset="0"/>
            </a:endParaRPr>
          </a:p>
          <a:p>
            <a:pPr>
              <a:spcAft>
                <a:spcPts val="300"/>
              </a:spcAft>
            </a:pPr>
            <a:r>
              <a:rPr lang="en-US" sz="1400" b="1" dirty="0"/>
              <a:t>How can the audience </a:t>
            </a:r>
            <a:r>
              <a:rPr lang="en-US" sz="1400" dirty="0"/>
              <a:t>(students and business leaders) </a:t>
            </a:r>
            <a:r>
              <a:rPr lang="en-US" sz="1400" b="1" dirty="0"/>
              <a:t>get involved? </a:t>
            </a:r>
            <a:r>
              <a:rPr lang="en-US" sz="1400" i="1" dirty="0">
                <a:solidFill>
                  <a:schemeClr val="accent1"/>
                </a:solidFill>
                <a:latin typeface="Arial" panose="020B0604020202020204" pitchFamily="34" charset="0"/>
                <a:cs typeface="Arial" panose="020B0604020202020204" pitchFamily="34" charset="0"/>
              </a:rPr>
              <a:t>(All, quick-fire)</a:t>
            </a:r>
            <a:endParaRPr lang="en-US" sz="1400" dirty="0">
              <a:latin typeface="Arial" panose="020B0604020202020204" pitchFamily="34" charset="0"/>
              <a:cs typeface="Arial" panose="020B0604020202020204" pitchFamily="34" charset="0"/>
            </a:endParaRPr>
          </a:p>
        </p:txBody>
      </p:sp>
      <p:cxnSp>
        <p:nvCxnSpPr>
          <p:cNvPr id="25" name="Straight Connector 24">
            <a:extLst>
              <a:ext uri="{FF2B5EF4-FFF2-40B4-BE49-F238E27FC236}">
                <a16:creationId xmlns:a16="http://schemas.microsoft.com/office/drawing/2014/main" id="{89A490BD-624B-9052-D5E7-42074049A1F4}"/>
              </a:ext>
            </a:extLst>
          </p:cNvPr>
          <p:cNvCxnSpPr>
            <a:cxnSpLocks/>
          </p:cNvCxnSpPr>
          <p:nvPr/>
        </p:nvCxnSpPr>
        <p:spPr>
          <a:xfrm>
            <a:off x="685800" y="3532620"/>
            <a:ext cx="10802817"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825EC9C-F008-37E3-228D-B65D605D27AD}"/>
              </a:ext>
            </a:extLst>
          </p:cNvPr>
          <p:cNvCxnSpPr>
            <a:cxnSpLocks/>
          </p:cNvCxnSpPr>
          <p:nvPr/>
        </p:nvCxnSpPr>
        <p:spPr>
          <a:xfrm>
            <a:off x="685800" y="5258236"/>
            <a:ext cx="10802817"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5-Point Star 4">
            <a:extLst>
              <a:ext uri="{FF2B5EF4-FFF2-40B4-BE49-F238E27FC236}">
                <a16:creationId xmlns:a16="http://schemas.microsoft.com/office/drawing/2014/main" id="{505FF62D-C524-5BBA-096F-27BD7F4D707B}"/>
              </a:ext>
            </a:extLst>
          </p:cNvPr>
          <p:cNvSpPr/>
          <p:nvPr/>
        </p:nvSpPr>
        <p:spPr>
          <a:xfrm>
            <a:off x="3182515" y="1758575"/>
            <a:ext cx="248457" cy="248457"/>
          </a:xfrm>
          <a:prstGeom prst="star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5-Point Star 6">
            <a:extLst>
              <a:ext uri="{FF2B5EF4-FFF2-40B4-BE49-F238E27FC236}">
                <a16:creationId xmlns:a16="http://schemas.microsoft.com/office/drawing/2014/main" id="{694BDA41-D6AE-5F2E-D824-0BF96717AF19}"/>
              </a:ext>
            </a:extLst>
          </p:cNvPr>
          <p:cNvSpPr/>
          <p:nvPr/>
        </p:nvSpPr>
        <p:spPr>
          <a:xfrm>
            <a:off x="3182515" y="2497939"/>
            <a:ext cx="248457" cy="248457"/>
          </a:xfrm>
          <a:prstGeom prst="star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5-Point Star 7">
            <a:extLst>
              <a:ext uri="{FF2B5EF4-FFF2-40B4-BE49-F238E27FC236}">
                <a16:creationId xmlns:a16="http://schemas.microsoft.com/office/drawing/2014/main" id="{79D3DBF6-83FC-5EB3-AA3B-70A6676586C5}"/>
              </a:ext>
            </a:extLst>
          </p:cNvPr>
          <p:cNvSpPr/>
          <p:nvPr/>
        </p:nvSpPr>
        <p:spPr>
          <a:xfrm>
            <a:off x="3182515" y="4104963"/>
            <a:ext cx="248457" cy="248457"/>
          </a:xfrm>
          <a:prstGeom prst="star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5-Point Star 8">
            <a:extLst>
              <a:ext uri="{FF2B5EF4-FFF2-40B4-BE49-F238E27FC236}">
                <a16:creationId xmlns:a16="http://schemas.microsoft.com/office/drawing/2014/main" id="{7AD70E65-14F4-7E0B-70DA-76FD247C969B}"/>
              </a:ext>
            </a:extLst>
          </p:cNvPr>
          <p:cNvSpPr/>
          <p:nvPr/>
        </p:nvSpPr>
        <p:spPr>
          <a:xfrm>
            <a:off x="3182515" y="4549177"/>
            <a:ext cx="248457" cy="248457"/>
          </a:xfrm>
          <a:prstGeom prst="star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5-Point Star 9">
            <a:extLst>
              <a:ext uri="{FF2B5EF4-FFF2-40B4-BE49-F238E27FC236}">
                <a16:creationId xmlns:a16="http://schemas.microsoft.com/office/drawing/2014/main" id="{1336D55E-BBD2-3C07-E3A5-D59D060CE289}"/>
              </a:ext>
            </a:extLst>
          </p:cNvPr>
          <p:cNvSpPr/>
          <p:nvPr/>
        </p:nvSpPr>
        <p:spPr>
          <a:xfrm>
            <a:off x="3182515" y="4833561"/>
            <a:ext cx="248457" cy="248457"/>
          </a:xfrm>
          <a:prstGeom prst="star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5-Point Star 11">
            <a:extLst>
              <a:ext uri="{FF2B5EF4-FFF2-40B4-BE49-F238E27FC236}">
                <a16:creationId xmlns:a16="http://schemas.microsoft.com/office/drawing/2014/main" id="{89E689AD-4E6A-DE44-DDDC-B4E34B839AF6}"/>
              </a:ext>
            </a:extLst>
          </p:cNvPr>
          <p:cNvSpPr/>
          <p:nvPr/>
        </p:nvSpPr>
        <p:spPr>
          <a:xfrm>
            <a:off x="3182515" y="5394980"/>
            <a:ext cx="248457" cy="248457"/>
          </a:xfrm>
          <a:prstGeom prst="star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5-Point Star 14">
            <a:extLst>
              <a:ext uri="{FF2B5EF4-FFF2-40B4-BE49-F238E27FC236}">
                <a16:creationId xmlns:a16="http://schemas.microsoft.com/office/drawing/2014/main" id="{09CA5B44-9BA0-2EC7-64A8-6EE90D24FF3B}"/>
              </a:ext>
            </a:extLst>
          </p:cNvPr>
          <p:cNvSpPr/>
          <p:nvPr/>
        </p:nvSpPr>
        <p:spPr>
          <a:xfrm>
            <a:off x="3182515" y="6114280"/>
            <a:ext cx="248457" cy="248457"/>
          </a:xfrm>
          <a:prstGeom prst="star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5-Point Star 15">
            <a:extLst>
              <a:ext uri="{FF2B5EF4-FFF2-40B4-BE49-F238E27FC236}">
                <a16:creationId xmlns:a16="http://schemas.microsoft.com/office/drawing/2014/main" id="{EB0B3F29-CC01-A698-A3CC-5469FF68D1C7}"/>
              </a:ext>
            </a:extLst>
          </p:cNvPr>
          <p:cNvSpPr/>
          <p:nvPr/>
        </p:nvSpPr>
        <p:spPr>
          <a:xfrm>
            <a:off x="8270330" y="916854"/>
            <a:ext cx="248457" cy="248457"/>
          </a:xfrm>
          <a:prstGeom prst="star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Content Placeholder 1">
            <a:extLst>
              <a:ext uri="{FF2B5EF4-FFF2-40B4-BE49-F238E27FC236}">
                <a16:creationId xmlns:a16="http://schemas.microsoft.com/office/drawing/2014/main" id="{A5A4D3E4-AECB-56F5-223B-0D096C09F8E4}"/>
              </a:ext>
            </a:extLst>
          </p:cNvPr>
          <p:cNvSpPr txBox="1">
            <a:spLocks/>
          </p:cNvSpPr>
          <p:nvPr/>
        </p:nvSpPr>
        <p:spPr>
          <a:xfrm>
            <a:off x="8640745" y="911822"/>
            <a:ext cx="2425840" cy="261610"/>
          </a:xfrm>
          <a:prstGeom prst="rect">
            <a:avLst/>
          </a:prstGeom>
        </p:spPr>
        <p:txBody>
          <a:bodyPr vert="horz" wrap="square" lIns="0" tIns="45720" rIns="91440" bIns="45720" rtlCol="0">
            <a:spAutoFit/>
          </a:bodyPr>
          <a:lstStyle>
            <a:lvl1pPr marL="2286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68000" indent="-228600" algn="l" defTabSz="914400" rtl="0" eaLnBrk="1" latinLnBrk="0" hangingPunct="1">
              <a:lnSpc>
                <a:spcPct val="100000"/>
              </a:lnSpc>
              <a:spcBef>
                <a:spcPts val="0"/>
              </a:spcBef>
              <a:spcAft>
                <a:spcPts val="1200"/>
              </a:spcAft>
              <a:buClr>
                <a:schemeClr val="accent1"/>
              </a:buClr>
              <a:buFont typeface="Arial" panose="020B0604020202020204" pitchFamily="34" charset="0"/>
              <a:buChar char="•"/>
              <a:defRPr sz="1600" kern="1200">
                <a:solidFill>
                  <a:schemeClr val="tx1"/>
                </a:solidFill>
                <a:latin typeface="+mn-lt"/>
                <a:ea typeface="+mn-ea"/>
                <a:cs typeface="+mn-cs"/>
              </a:defRPr>
            </a:lvl2pPr>
            <a:lvl3pPr marL="756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1044000" indent="-228600" algn="l" defTabSz="914400" rtl="0" eaLnBrk="1" latinLnBrk="0" hangingPunct="1">
              <a:lnSpc>
                <a:spcPct val="100000"/>
              </a:lnSpc>
              <a:spcBef>
                <a:spcPts val="0"/>
              </a:spcBef>
              <a:spcAft>
                <a:spcPts val="12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300"/>
              </a:spcAft>
              <a:buNone/>
            </a:pPr>
            <a:r>
              <a:rPr lang="en-US" sz="1100" i="1" dirty="0">
                <a:latin typeface="Arial" panose="020B0604020202020204" pitchFamily="34" charset="0"/>
                <a:cs typeface="Arial" panose="020B0604020202020204" pitchFamily="34" charset="0"/>
              </a:rPr>
              <a:t>Recommended highlighted questions</a:t>
            </a:r>
          </a:p>
        </p:txBody>
      </p:sp>
      <p:sp>
        <p:nvSpPr>
          <p:cNvPr id="28" name="5-Point Star 27">
            <a:extLst>
              <a:ext uri="{FF2B5EF4-FFF2-40B4-BE49-F238E27FC236}">
                <a16:creationId xmlns:a16="http://schemas.microsoft.com/office/drawing/2014/main" id="{5EFD7CD9-DB16-9E26-61CC-92E7C8DCB10C}"/>
              </a:ext>
            </a:extLst>
          </p:cNvPr>
          <p:cNvSpPr/>
          <p:nvPr/>
        </p:nvSpPr>
        <p:spPr>
          <a:xfrm>
            <a:off x="3182515" y="2037426"/>
            <a:ext cx="248457" cy="248457"/>
          </a:xfrm>
          <a:prstGeom prst="star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9146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9881F-EB01-1109-C9E4-535F0456DC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0AB9F8-4614-1170-33F5-3317E4A88C91}"/>
              </a:ext>
            </a:extLst>
          </p:cNvPr>
          <p:cNvSpPr>
            <a:spLocks noGrp="1"/>
          </p:cNvSpPr>
          <p:nvPr>
            <p:ph type="title"/>
          </p:nvPr>
        </p:nvSpPr>
        <p:spPr>
          <a:xfrm>
            <a:off x="685800" y="348023"/>
            <a:ext cx="10015151" cy="523220"/>
          </a:xfrm>
        </p:spPr>
        <p:txBody>
          <a:bodyPr wrap="square">
            <a:spAutoFit/>
          </a:bodyPr>
          <a:lstStyle/>
          <a:p>
            <a:r>
              <a:rPr lang="en-US" b="0" cap="none" dirty="0">
                <a:latin typeface="Arial" panose="020B0604020202020204" pitchFamily="34" charset="0"/>
                <a:cs typeface="Arial" panose="020B0604020202020204" pitchFamily="34" charset="0"/>
              </a:rPr>
              <a:t>Target market &amp; ICP</a:t>
            </a:r>
          </a:p>
        </p:txBody>
      </p:sp>
    </p:spTree>
    <p:extLst>
      <p:ext uri="{BB962C8B-B14F-4D97-AF65-F5344CB8AC3E}">
        <p14:creationId xmlns:p14="http://schemas.microsoft.com/office/powerpoint/2010/main" val="2702832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A2BA1-70A9-C95C-7D13-11938DB8E5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983C0E-7518-C88A-6C40-C4B785659706}"/>
              </a:ext>
            </a:extLst>
          </p:cNvPr>
          <p:cNvSpPr>
            <a:spLocks noGrp="1"/>
          </p:cNvSpPr>
          <p:nvPr>
            <p:ph type="title"/>
          </p:nvPr>
        </p:nvSpPr>
        <p:spPr>
          <a:xfrm>
            <a:off x="685800" y="348023"/>
            <a:ext cx="10015151" cy="523220"/>
          </a:xfrm>
        </p:spPr>
        <p:txBody>
          <a:bodyPr wrap="square">
            <a:spAutoFit/>
          </a:bodyPr>
          <a:lstStyle/>
          <a:p>
            <a:r>
              <a:rPr lang="en-US" b="0" cap="none" dirty="0">
                <a:latin typeface="Arial" panose="020B0604020202020204" pitchFamily="34" charset="0"/>
                <a:cs typeface="Arial" panose="020B0604020202020204" pitchFamily="34" charset="0"/>
              </a:rPr>
              <a:t>Solution &amp; why </a:t>
            </a:r>
            <a:r>
              <a:rPr lang="en-US" b="0" cap="none" dirty="0" err="1">
                <a:latin typeface="Arial" panose="020B0604020202020204" pitchFamily="34" charset="0"/>
                <a:cs typeface="Arial" panose="020B0604020202020204" pitchFamily="34" charset="0"/>
              </a:rPr>
              <a:t>Baselayer</a:t>
            </a:r>
            <a:endParaRPr lang="en-US" b="0"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4630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92010-F735-0E61-96CB-0FDEA7E2951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399F9A-FC47-BEC3-4A8D-67936894B6D9}"/>
              </a:ext>
            </a:extLst>
          </p:cNvPr>
          <p:cNvSpPr>
            <a:spLocks noGrp="1"/>
          </p:cNvSpPr>
          <p:nvPr>
            <p:ph type="title"/>
          </p:nvPr>
        </p:nvSpPr>
        <p:spPr>
          <a:xfrm>
            <a:off x="685800" y="348023"/>
            <a:ext cx="10015151" cy="523220"/>
          </a:xfrm>
        </p:spPr>
        <p:txBody>
          <a:bodyPr wrap="square">
            <a:spAutoFit/>
          </a:bodyPr>
          <a:lstStyle/>
          <a:p>
            <a:r>
              <a:rPr lang="en-US" b="0" cap="none" dirty="0">
                <a:latin typeface="Arial" panose="020B0604020202020204" pitchFamily="34" charset="0"/>
                <a:cs typeface="Arial" panose="020B0604020202020204" pitchFamily="34" charset="0"/>
              </a:rPr>
              <a:t>Go-to-market plan</a:t>
            </a:r>
          </a:p>
        </p:txBody>
      </p:sp>
    </p:spTree>
    <p:extLst>
      <p:ext uri="{BB962C8B-B14F-4D97-AF65-F5344CB8AC3E}">
        <p14:creationId xmlns:p14="http://schemas.microsoft.com/office/powerpoint/2010/main" val="2512004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77C5-7F8E-5570-30AB-BD53A25828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48F3D49-CF7B-4FCB-B7D3-4A1F352F8AD4}"/>
              </a:ext>
            </a:extLst>
          </p:cNvPr>
          <p:cNvSpPr>
            <a:spLocks noGrp="1"/>
          </p:cNvSpPr>
          <p:nvPr>
            <p:ph type="title"/>
          </p:nvPr>
        </p:nvSpPr>
        <p:spPr>
          <a:xfrm>
            <a:off x="685800" y="348023"/>
            <a:ext cx="10015151" cy="523220"/>
          </a:xfrm>
        </p:spPr>
        <p:txBody>
          <a:bodyPr wrap="square">
            <a:spAutoFit/>
          </a:bodyPr>
          <a:lstStyle/>
          <a:p>
            <a:r>
              <a:rPr lang="en-US" b="0" cap="none" dirty="0">
                <a:latin typeface="Arial" panose="020B0604020202020204" pitchFamily="34" charset="0"/>
                <a:cs typeface="Arial" panose="020B0604020202020204" pitchFamily="34" charset="0"/>
              </a:rPr>
              <a:t>Team</a:t>
            </a:r>
          </a:p>
        </p:txBody>
      </p:sp>
    </p:spTree>
    <p:extLst>
      <p:ext uri="{BB962C8B-B14F-4D97-AF65-F5344CB8AC3E}">
        <p14:creationId xmlns:p14="http://schemas.microsoft.com/office/powerpoint/2010/main" val="3325119830"/>
      </p:ext>
    </p:extLst>
  </p:cSld>
  <p:clrMapOvr>
    <a:masterClrMapping/>
  </p:clrMapOvr>
</p:sld>
</file>

<file path=ppt/theme/theme1.xml><?xml version="1.0" encoding="utf-8"?>
<a:theme xmlns:a="http://schemas.openxmlformats.org/drawingml/2006/main" name="MIT ">
  <a:themeElements>
    <a:clrScheme name="Office">
      <a:dk1>
        <a:srgbClr val="545759"/>
      </a:dk1>
      <a:lt1>
        <a:srgbClr val="FFFFFF"/>
      </a:lt1>
      <a:dk2>
        <a:srgbClr val="8A8B8C"/>
      </a:dk2>
      <a:lt2>
        <a:srgbClr val="C9C8C7"/>
      </a:lt2>
      <a:accent1>
        <a:srgbClr val="A31F34"/>
      </a:accent1>
      <a:accent2>
        <a:srgbClr val="041D40"/>
      </a:accent2>
      <a:accent3>
        <a:srgbClr val="006B67"/>
      </a:accent3>
      <a:accent4>
        <a:srgbClr val="00698E"/>
      </a:accent4>
      <a:accent5>
        <a:srgbClr val="6AA2B8"/>
      </a:accent5>
      <a:accent6>
        <a:srgbClr val="F6B221"/>
      </a:accent6>
      <a:hlink>
        <a:srgbClr val="0563C1"/>
      </a:hlink>
      <a:folHlink>
        <a:srgbClr val="954F72"/>
      </a:folHlink>
    </a:clrScheme>
    <a:fontScheme name="Custom 1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2"/>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MIT 7599 Template 07SB.pptx" id="{DD7A6512-08E3-408B-B0C8-1B99466C1ED7}" vid="{ECB4D06D-B6F2-475A-B050-501EEA5F3E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11910</TotalTime>
  <Words>421</Words>
  <Application>Microsoft Macintosh PowerPoint</Application>
  <PresentationFormat>Widescreen</PresentationFormat>
  <Paragraphs>33</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Arial Black</vt:lpstr>
      <vt:lpstr>Calibri</vt:lpstr>
      <vt:lpstr>MIT </vt:lpstr>
      <vt:lpstr>Baselayer clearterms</vt:lpstr>
      <vt:lpstr>Plan</vt:lpstr>
      <vt:lpstr>Problem</vt:lpstr>
      <vt:lpstr>Target market &amp; ICP</vt:lpstr>
      <vt:lpstr>Solution &amp; why Baselayer</vt:lpstr>
      <vt:lpstr>Go-to-market plan</vt:lpstr>
      <vt:lpstr>Team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Sergio Sanchez</dc:creator>
  <cp:lastModifiedBy>Sergio Sanchez</cp:lastModifiedBy>
  <cp:revision>14</cp:revision>
  <dcterms:created xsi:type="dcterms:W3CDTF">2025-10-30T22:40:13Z</dcterms:created>
  <dcterms:modified xsi:type="dcterms:W3CDTF">2026-03-09T03:16:53Z</dcterms:modified>
</cp:coreProperties>
</file>